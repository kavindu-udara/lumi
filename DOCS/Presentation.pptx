
<file path=[Content_Types].xml><?xml version="1.0" encoding="utf-8"?>
<Types xmlns="http://schemas.openxmlformats.org/package/2006/content-types">
  <Default Extension="xml" ContentType="application/xml"/>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s/slide9.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notesSlides/notesSlide8.xml" ContentType="application/vnd.openxmlformats-officedocument.presentationml.notesSlide+xml"/>
  <Override PartName="/ppt/slides/slide2.xml" ContentType="application/vnd.openxmlformats-officedocument.presentationml.slide+xml"/>
  <Override PartName="/ppt/viewProps.xml" ContentType="application/vnd.openxmlformats-officedocument.presentationml.viewProps+xml"/>
  <Override PartName="/ppt/slides/slide1.xml" ContentType="application/vnd.openxmlformats-officedocument.presentationml.slide+xml"/>
  <Override PartName="/ppt/slides/slide10.xml" ContentType="application/vnd.openxmlformats-officedocument.presentationml.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s/slide3.xml" ContentType="application/vnd.openxmlformats-officedocument.presentationml.slide+xml"/>
  <Override PartName="/ppt/slideLayouts/slideLayout5.xml" ContentType="application/vnd.openxmlformats-officedocument.presentationml.slideLayout+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slideLayouts/slideLayout2.xml" ContentType="application/vnd.openxmlformats-officedocument.presentationml.slideLayout+xml"/>
  <Override PartName="/ppt/notesSlides/notesSlide7.xml" ContentType="application/vnd.openxmlformats-officedocument.presentationml.notesSlide+xml"/>
  <Override PartName="/ppt/theme/theme1.xml" ContentType="application/vnd.openxmlformats-officedocument.theme+xml"/>
  <Override PartName="/ppt/presProps.xml" ContentType="application/vnd.openxmlformats-officedocument.presentationml.presProps+xml"/>
  <Override PartName="/ppt/slideMasters/slideMaster1.xml" ContentType="application/vnd.openxmlformats-officedocument.presentationml.slideMaster+xml"/>
  <Override PartName="/ppt/theme/theme2.xml" ContentType="application/vnd.openxmlformats-officedocument.theme+xml"/>
  <Override PartName="/ppt/slideLayouts/slideLayout1.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ppt/notesSlides/notesSlide2.xml" ContentType="application/vnd.openxmlformats-officedocument.presentationml.notesSlide+xml"/>
  <Override PartName="/ppt/tableStyles.xml" ContentType="application/vnd.openxmlformats-officedocument.presentationml.tableStyl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8636550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46716931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6835142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753939160"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9590837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5520158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6954514" name="Slide Image Placeholder 1"/>
          <p:cNvSpPr>
            <a:spLocks noChangeAspect="1" noGrp="1" noRot="1"/>
          </p:cNvSpPr>
          <p:nvPr>
            <p:ph type="sldImg"/>
          </p:nvPr>
        </p:nvSpPr>
        <p:spPr bwMode="auto">
          <a:xfrm>
            <a:off x="685800" y="1143000"/>
            <a:ext cx="5486400" cy="3086100"/>
          </a:xfrm>
        </p:spPr>
      </p:sp>
      <p:sp>
        <p:nvSpPr>
          <p:cNvPr id="1940589436" name="Notes Placeholder 2"/>
          <p:cNvSpPr>
            <a:spLocks noGrp="1"/>
          </p:cNvSpPr>
          <p:nvPr>
            <p:ph type="body" idx="1"/>
          </p:nvPr>
        </p:nvSpPr>
        <p:spPr bwMode="auto"/>
        <p:txBody>
          <a:bodyPr/>
          <a:lstStyle/>
          <a:p>
            <a:pPr>
              <a:defRPr/>
            </a:pPr>
            <a:endParaRPr lang="en-US">
              <a:latin typeface="Arial"/>
              <a:cs typeface="Arial"/>
            </a:endParaRPr>
          </a:p>
        </p:txBody>
      </p:sp>
      <p:sp>
        <p:nvSpPr>
          <p:cNvPr id="778125799"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F5641F-F737-766B-6B1E-C39298B2631E}"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7194FF7-7F41-B128-98DF-0A3E5CC038E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591936-6CCA-5068-E922-9AF5B49187CD}"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6B4CF8F-C844-1F4E-16AD-97B6A3611D3B}"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BFBA886-ED09-F9B9-CB14-31639B8801AC}"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A4D486-CB2E-1B96-3EDF-6F98885D5E15}"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920D10B-723F-D955-DD4E-A3FAFE107FC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DEFCAF-E246-C2E2-E5D0-423D835FA3C3}"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E4CA305-6966-9EED-B5E6-0B1164360DEC}"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9392870" name="Title 1"/>
          <p:cNvSpPr>
            <a:spLocks noGrp="1"/>
          </p:cNvSpPr>
          <p:nvPr>
            <p:ph type="ctrTitle"/>
          </p:nvPr>
        </p:nvSpPr>
        <p:spPr bwMode="auto">
          <a:xfrm>
            <a:off x="1523999" y="1122362"/>
            <a:ext cx="9144000" cy="2387599"/>
          </a:xfrm>
        </p:spPr>
        <p:txBody>
          <a:bodyPr anchor="b"/>
          <a:lstStyle>
            <a:lvl1pPr algn="ctr">
              <a:defRPr sz="4500"/>
            </a:lvl1pPr>
          </a:lstStyle>
          <a:p>
            <a:pPr>
              <a:defRPr/>
            </a:pPr>
            <a:r>
              <a:rPr/>
              <a:t>Click to edit Master title style</a:t>
            </a:r>
            <a:endParaRPr/>
          </a:p>
        </p:txBody>
      </p:sp>
      <p:sp>
        <p:nvSpPr>
          <p:cNvPr id="1302012701" name="Subtitle 2"/>
          <p:cNvSpPr>
            <a:spLocks noGrp="1"/>
          </p:cNvSpPr>
          <p:nvPr>
            <p:ph type="subTitle" idx="1"/>
          </p:nvPr>
        </p:nvSpPr>
        <p:spPr bwMode="auto">
          <a:xfrm>
            <a:off x="1523999" y="3602037"/>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a:pPr>
            <a:r>
              <a:rPr/>
              <a:t>Click to edit Master subtitle style</a:t>
            </a:r>
            <a:endParaRPr/>
          </a:p>
        </p:txBody>
      </p:sp>
      <p:sp>
        <p:nvSpPr>
          <p:cNvPr id="1876946319" name="Date Placeholder 3"/>
          <p:cNvSpPr>
            <a:spLocks noGrp="1"/>
          </p:cNvSpPr>
          <p:nvPr>
            <p:ph type="dt" sz="half" idx="10"/>
          </p:nvPr>
        </p:nvSpPr>
        <p:spPr bwMode="auto"/>
        <p:txBody>
          <a:bodyPr/>
          <a:lstStyle/>
          <a:p>
            <a:pPr>
              <a:defRPr/>
            </a:pPr>
            <a:fld id="{BCC18F51-09EC-435C-A3BA-64A766E099C0}" type="datetimeFigureOut">
              <a:rPr/>
              <a:t>01.11.2013</a:t>
            </a:fld>
            <a:endParaRPr/>
          </a:p>
        </p:txBody>
      </p:sp>
      <p:sp>
        <p:nvSpPr>
          <p:cNvPr id="399271652" name="Footer Placeholder 4"/>
          <p:cNvSpPr>
            <a:spLocks noGrp="1"/>
          </p:cNvSpPr>
          <p:nvPr>
            <p:ph type="ftr" sz="quarter" idx="11"/>
          </p:nvPr>
        </p:nvSpPr>
        <p:spPr bwMode="auto"/>
        <p:txBody>
          <a:bodyPr/>
          <a:lstStyle/>
          <a:p>
            <a:pPr>
              <a:defRPr/>
            </a:pPr>
            <a:endParaRPr/>
          </a:p>
        </p:txBody>
      </p:sp>
      <p:sp>
        <p:nvSpPr>
          <p:cNvPr id="1395491940"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089912538" name="Title 1"/>
          <p:cNvSpPr>
            <a:spLocks noGrp="1"/>
          </p:cNvSpPr>
          <p:nvPr>
            <p:ph type="title"/>
          </p:nvPr>
        </p:nvSpPr>
        <p:spPr bwMode="auto"/>
        <p:txBody>
          <a:bodyPr/>
          <a:lstStyle/>
          <a:p>
            <a:pPr>
              <a:defRPr/>
            </a:pPr>
            <a:r>
              <a:rPr/>
              <a:t>Click to edit Master title style</a:t>
            </a:r>
            <a:endParaRPr/>
          </a:p>
        </p:txBody>
      </p:sp>
      <p:sp>
        <p:nvSpPr>
          <p:cNvPr id="1790867047"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70515639" name="Date Placeholder 3"/>
          <p:cNvSpPr>
            <a:spLocks noGrp="1"/>
          </p:cNvSpPr>
          <p:nvPr>
            <p:ph type="dt" sz="half" idx="10"/>
          </p:nvPr>
        </p:nvSpPr>
        <p:spPr bwMode="auto"/>
        <p:txBody>
          <a:bodyPr/>
          <a:lstStyle/>
          <a:p>
            <a:pPr>
              <a:defRPr/>
            </a:pPr>
            <a:fld id="{BCC18F51-09EC-435C-A3BA-64A766E099C0}" type="datetimeFigureOut">
              <a:rPr/>
              <a:t>01.11.2013</a:t>
            </a:fld>
            <a:endParaRPr/>
          </a:p>
        </p:txBody>
      </p:sp>
      <p:sp>
        <p:nvSpPr>
          <p:cNvPr id="466296565" name="Footer Placeholder 4"/>
          <p:cNvSpPr>
            <a:spLocks noGrp="1"/>
          </p:cNvSpPr>
          <p:nvPr>
            <p:ph type="ftr" sz="quarter" idx="11"/>
          </p:nvPr>
        </p:nvSpPr>
        <p:spPr bwMode="auto"/>
        <p:txBody>
          <a:bodyPr/>
          <a:lstStyle/>
          <a:p>
            <a:pPr>
              <a:defRPr/>
            </a:pPr>
            <a:endParaRPr/>
          </a:p>
        </p:txBody>
      </p:sp>
      <p:sp>
        <p:nvSpPr>
          <p:cNvPr id="603781813"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888438124" name="Title 1"/>
          <p:cNvSpPr>
            <a:spLocks noGrp="1"/>
          </p:cNvSpPr>
          <p:nvPr>
            <p:ph type="title"/>
          </p:nvPr>
        </p:nvSpPr>
        <p:spPr bwMode="auto">
          <a:xfrm>
            <a:off x="831850" y="1709738"/>
            <a:ext cx="10515600" cy="2852737"/>
          </a:xfrm>
        </p:spPr>
        <p:txBody>
          <a:bodyPr anchor="b"/>
          <a:lstStyle>
            <a:lvl1pPr>
              <a:defRPr sz="4500"/>
            </a:lvl1pPr>
          </a:lstStyle>
          <a:p>
            <a:pPr>
              <a:defRPr/>
            </a:pPr>
            <a:r>
              <a:rPr/>
              <a:t>Click to edit Master title style</a:t>
            </a:r>
            <a:endParaRPr/>
          </a:p>
        </p:txBody>
      </p:sp>
      <p:sp>
        <p:nvSpPr>
          <p:cNvPr id="1739829333" name="Text Placeholder 2"/>
          <p:cNvSpPr>
            <a:spLocks noGrp="1"/>
          </p:cNvSpPr>
          <p:nvPr>
            <p:ph type="body" idx="1"/>
          </p:nvPr>
        </p:nvSpPr>
        <p:spPr bwMode="auto">
          <a:xfrm>
            <a:off x="831850" y="4589463"/>
            <a:ext cx="10515600" cy="150018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defRPr/>
            </a:pPr>
            <a:r>
              <a:rPr/>
              <a:t>Click to edit Master text styles</a:t>
            </a:r>
            <a:endParaRPr/>
          </a:p>
        </p:txBody>
      </p:sp>
      <p:sp>
        <p:nvSpPr>
          <p:cNvPr id="1597987127" name="Date Placeholder 3"/>
          <p:cNvSpPr>
            <a:spLocks noGrp="1"/>
          </p:cNvSpPr>
          <p:nvPr>
            <p:ph type="dt" sz="half" idx="10"/>
          </p:nvPr>
        </p:nvSpPr>
        <p:spPr bwMode="auto"/>
        <p:txBody>
          <a:bodyPr/>
          <a:lstStyle/>
          <a:p>
            <a:pPr>
              <a:defRPr/>
            </a:pPr>
            <a:fld id="{BCC18F51-09EC-435C-A3BA-64A766E099C0}" type="datetimeFigureOut">
              <a:rPr/>
              <a:t>01.11.2013</a:t>
            </a:fld>
            <a:endParaRPr/>
          </a:p>
        </p:txBody>
      </p:sp>
      <p:sp>
        <p:nvSpPr>
          <p:cNvPr id="1061932277" name="Footer Placeholder 4"/>
          <p:cNvSpPr>
            <a:spLocks noGrp="1"/>
          </p:cNvSpPr>
          <p:nvPr>
            <p:ph type="ftr" sz="quarter" idx="11"/>
          </p:nvPr>
        </p:nvSpPr>
        <p:spPr bwMode="auto"/>
        <p:txBody>
          <a:bodyPr/>
          <a:lstStyle/>
          <a:p>
            <a:pPr>
              <a:defRPr/>
            </a:pPr>
            <a:endParaRPr/>
          </a:p>
        </p:txBody>
      </p:sp>
      <p:sp>
        <p:nvSpPr>
          <p:cNvPr id="1904599772"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764466729" name="Title 1"/>
          <p:cNvSpPr>
            <a:spLocks noGrp="1"/>
          </p:cNvSpPr>
          <p:nvPr>
            <p:ph type="title"/>
          </p:nvPr>
        </p:nvSpPr>
        <p:spPr bwMode="auto"/>
        <p:txBody>
          <a:bodyPr/>
          <a:lstStyle/>
          <a:p>
            <a:pPr>
              <a:defRPr/>
            </a:pPr>
            <a:r>
              <a:rPr/>
              <a:t>Click to edit Master title style</a:t>
            </a:r>
            <a:endParaRPr/>
          </a:p>
        </p:txBody>
      </p:sp>
      <p:sp>
        <p:nvSpPr>
          <p:cNvPr id="1052993287" name="Content Placeholder 2"/>
          <p:cNvSpPr>
            <a:spLocks noGrp="1"/>
          </p:cNvSpPr>
          <p:nvPr>
            <p:ph sz="half" idx="1"/>
          </p:nvPr>
        </p:nvSpPr>
        <p:spPr bwMode="auto">
          <a:xfrm>
            <a:off x="838199" y="1825625"/>
            <a:ext cx="5181599" cy="4351338"/>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04795573" name="Content Placeholder 3"/>
          <p:cNvSpPr>
            <a:spLocks noGrp="1"/>
          </p:cNvSpPr>
          <p:nvPr>
            <p:ph sz="half" idx="2"/>
          </p:nvPr>
        </p:nvSpPr>
        <p:spPr bwMode="auto">
          <a:xfrm>
            <a:off x="6172200" y="1825625"/>
            <a:ext cx="5181599" cy="4351338"/>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807267232" name="Date Placeholder 4"/>
          <p:cNvSpPr>
            <a:spLocks noGrp="1"/>
          </p:cNvSpPr>
          <p:nvPr>
            <p:ph type="dt" sz="half" idx="10"/>
          </p:nvPr>
        </p:nvSpPr>
        <p:spPr bwMode="auto"/>
        <p:txBody>
          <a:bodyPr/>
          <a:lstStyle/>
          <a:p>
            <a:pPr>
              <a:defRPr/>
            </a:pPr>
            <a:fld id="{BCC18F51-09EC-435C-A3BA-64A766E099C0}" type="datetimeFigureOut">
              <a:rPr/>
              <a:t>01.11.2013</a:t>
            </a:fld>
            <a:endParaRPr/>
          </a:p>
        </p:txBody>
      </p:sp>
      <p:sp>
        <p:nvSpPr>
          <p:cNvPr id="180366778" name="Footer Placeholder 5"/>
          <p:cNvSpPr>
            <a:spLocks noGrp="1"/>
          </p:cNvSpPr>
          <p:nvPr>
            <p:ph type="ftr" sz="quarter" idx="11"/>
          </p:nvPr>
        </p:nvSpPr>
        <p:spPr bwMode="auto"/>
        <p:txBody>
          <a:bodyPr/>
          <a:lstStyle/>
          <a:p>
            <a:pPr>
              <a:defRPr/>
            </a:pPr>
            <a:endParaRPr/>
          </a:p>
        </p:txBody>
      </p:sp>
      <p:sp>
        <p:nvSpPr>
          <p:cNvPr id="1974254668" name="Slide Number Placeholder 6"/>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409140266" name="Title 1"/>
          <p:cNvSpPr>
            <a:spLocks noGrp="1"/>
          </p:cNvSpPr>
          <p:nvPr>
            <p:ph type="title"/>
          </p:nvPr>
        </p:nvSpPr>
        <p:spPr bwMode="auto">
          <a:xfrm>
            <a:off x="839787" y="365125"/>
            <a:ext cx="10515600" cy="1325562"/>
          </a:xfrm>
        </p:spPr>
        <p:txBody>
          <a:bodyPr/>
          <a:lstStyle/>
          <a:p>
            <a:pPr>
              <a:defRPr/>
            </a:pPr>
            <a:r>
              <a:rPr/>
              <a:t>Click to edit Master title style</a:t>
            </a:r>
            <a:endParaRPr/>
          </a:p>
        </p:txBody>
      </p:sp>
      <p:sp>
        <p:nvSpPr>
          <p:cNvPr id="418425540" name="Text Placeholder 2"/>
          <p:cNvSpPr>
            <a:spLocks noGrp="1"/>
          </p:cNvSpPr>
          <p:nvPr>
            <p:ph type="body" idx="1"/>
          </p:nvPr>
        </p:nvSpPr>
        <p:spPr bwMode="auto">
          <a:xfrm>
            <a:off x="839789" y="1681162"/>
            <a:ext cx="5157786" cy="82391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a:t>Click to edit Master text styles</a:t>
            </a:r>
            <a:endParaRPr/>
          </a:p>
        </p:txBody>
      </p:sp>
      <p:sp>
        <p:nvSpPr>
          <p:cNvPr id="126088011" name="Content Placeholder 3"/>
          <p:cNvSpPr>
            <a:spLocks noGrp="1"/>
          </p:cNvSpPr>
          <p:nvPr>
            <p:ph sz="half" idx="2"/>
          </p:nvPr>
        </p:nvSpPr>
        <p:spPr bwMode="auto">
          <a:xfrm>
            <a:off x="839789" y="2505074"/>
            <a:ext cx="5157786" cy="3684587"/>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951848322" name="Text Placeholder 4"/>
          <p:cNvSpPr>
            <a:spLocks noGrp="1"/>
          </p:cNvSpPr>
          <p:nvPr>
            <p:ph type="body" sz="quarter" idx="3"/>
          </p:nvPr>
        </p:nvSpPr>
        <p:spPr bwMode="auto">
          <a:xfrm>
            <a:off x="6172200" y="1681162"/>
            <a:ext cx="5183187" cy="82391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a:t>Click to edit Master text styles</a:t>
            </a:r>
            <a:endParaRPr/>
          </a:p>
        </p:txBody>
      </p:sp>
      <p:sp>
        <p:nvSpPr>
          <p:cNvPr id="312597598" name="Content Placeholder 5"/>
          <p:cNvSpPr>
            <a:spLocks noGrp="1"/>
          </p:cNvSpPr>
          <p:nvPr>
            <p:ph sz="quarter" idx="4"/>
          </p:nvPr>
        </p:nvSpPr>
        <p:spPr bwMode="auto">
          <a:xfrm>
            <a:off x="6172200" y="2505074"/>
            <a:ext cx="5183187" cy="3684587"/>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281430901" name="Date Placeholder 6"/>
          <p:cNvSpPr>
            <a:spLocks noGrp="1"/>
          </p:cNvSpPr>
          <p:nvPr>
            <p:ph type="dt" sz="half" idx="10"/>
          </p:nvPr>
        </p:nvSpPr>
        <p:spPr bwMode="auto"/>
        <p:txBody>
          <a:bodyPr/>
          <a:lstStyle/>
          <a:p>
            <a:pPr>
              <a:defRPr/>
            </a:pPr>
            <a:fld id="{BCC18F51-09EC-435C-A3BA-64A766E099C0}" type="datetimeFigureOut">
              <a:rPr/>
              <a:t>01.11.2013</a:t>
            </a:fld>
            <a:endParaRPr/>
          </a:p>
        </p:txBody>
      </p:sp>
      <p:sp>
        <p:nvSpPr>
          <p:cNvPr id="1039472958" name="Footer Placeholder 7"/>
          <p:cNvSpPr>
            <a:spLocks noGrp="1"/>
          </p:cNvSpPr>
          <p:nvPr>
            <p:ph type="ftr" sz="quarter" idx="11"/>
          </p:nvPr>
        </p:nvSpPr>
        <p:spPr bwMode="auto"/>
        <p:txBody>
          <a:bodyPr/>
          <a:lstStyle/>
          <a:p>
            <a:pPr>
              <a:defRPr/>
            </a:pPr>
            <a:endParaRPr/>
          </a:p>
        </p:txBody>
      </p:sp>
      <p:sp>
        <p:nvSpPr>
          <p:cNvPr id="1352407678" name="Slide Number Placeholder 8"/>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307708803" name="Title 1"/>
          <p:cNvSpPr>
            <a:spLocks noGrp="1"/>
          </p:cNvSpPr>
          <p:nvPr>
            <p:ph type="title"/>
          </p:nvPr>
        </p:nvSpPr>
        <p:spPr bwMode="auto"/>
        <p:txBody>
          <a:bodyPr/>
          <a:lstStyle/>
          <a:p>
            <a:pPr>
              <a:defRPr/>
            </a:pPr>
            <a:r>
              <a:rPr/>
              <a:t>Click to edit Master title style</a:t>
            </a:r>
            <a:endParaRPr/>
          </a:p>
        </p:txBody>
      </p:sp>
      <p:sp>
        <p:nvSpPr>
          <p:cNvPr id="667698449" name="Date Placeholder 2"/>
          <p:cNvSpPr>
            <a:spLocks noGrp="1"/>
          </p:cNvSpPr>
          <p:nvPr>
            <p:ph type="dt" sz="half" idx="10"/>
          </p:nvPr>
        </p:nvSpPr>
        <p:spPr bwMode="auto"/>
        <p:txBody>
          <a:bodyPr/>
          <a:lstStyle/>
          <a:p>
            <a:pPr>
              <a:defRPr/>
            </a:pPr>
            <a:fld id="{BCC18F51-09EC-435C-A3BA-64A766E099C0}" type="datetimeFigureOut">
              <a:rPr/>
              <a:t>01.11.2013</a:t>
            </a:fld>
            <a:endParaRPr/>
          </a:p>
        </p:txBody>
      </p:sp>
      <p:sp>
        <p:nvSpPr>
          <p:cNvPr id="646416300" name="Footer Placeholder 3"/>
          <p:cNvSpPr>
            <a:spLocks noGrp="1"/>
          </p:cNvSpPr>
          <p:nvPr>
            <p:ph type="ftr" sz="quarter" idx="11"/>
          </p:nvPr>
        </p:nvSpPr>
        <p:spPr bwMode="auto"/>
        <p:txBody>
          <a:bodyPr/>
          <a:lstStyle/>
          <a:p>
            <a:pPr>
              <a:defRPr/>
            </a:pPr>
            <a:endParaRPr/>
          </a:p>
        </p:txBody>
      </p:sp>
      <p:sp>
        <p:nvSpPr>
          <p:cNvPr id="1296207982" name="Slide Number Placeholder 4"/>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10200701" name="Date Placeholder 1"/>
          <p:cNvSpPr>
            <a:spLocks noGrp="1"/>
          </p:cNvSpPr>
          <p:nvPr>
            <p:ph type="dt" sz="half" idx="10"/>
          </p:nvPr>
        </p:nvSpPr>
        <p:spPr bwMode="auto"/>
        <p:txBody>
          <a:bodyPr/>
          <a:lstStyle/>
          <a:p>
            <a:pPr>
              <a:defRPr/>
            </a:pPr>
            <a:fld id="{BCC18F51-09EC-435C-A3BA-64A766E099C0}" type="datetimeFigureOut">
              <a:rPr/>
              <a:t>01.11.2013</a:t>
            </a:fld>
            <a:endParaRPr/>
          </a:p>
        </p:txBody>
      </p:sp>
      <p:sp>
        <p:nvSpPr>
          <p:cNvPr id="1043028812" name="Footer Placeholder 2"/>
          <p:cNvSpPr>
            <a:spLocks noGrp="1"/>
          </p:cNvSpPr>
          <p:nvPr>
            <p:ph type="ftr" sz="quarter" idx="11"/>
          </p:nvPr>
        </p:nvSpPr>
        <p:spPr bwMode="auto"/>
        <p:txBody>
          <a:bodyPr/>
          <a:lstStyle/>
          <a:p>
            <a:pPr>
              <a:defRPr/>
            </a:pPr>
            <a:endParaRPr/>
          </a:p>
        </p:txBody>
      </p:sp>
      <p:sp>
        <p:nvSpPr>
          <p:cNvPr id="1625227181" name="Slide Number Placeholder 3"/>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98282826" name="Title 1"/>
          <p:cNvSpPr>
            <a:spLocks noGrp="1"/>
          </p:cNvSpPr>
          <p:nvPr>
            <p:ph type="title"/>
          </p:nvPr>
        </p:nvSpPr>
        <p:spPr bwMode="auto">
          <a:xfrm>
            <a:off x="839787" y="457200"/>
            <a:ext cx="3932237" cy="1600200"/>
          </a:xfrm>
        </p:spPr>
        <p:txBody>
          <a:bodyPr anchor="b"/>
          <a:lstStyle>
            <a:lvl1pPr>
              <a:defRPr sz="2400"/>
            </a:lvl1pPr>
          </a:lstStyle>
          <a:p>
            <a:pPr>
              <a:defRPr/>
            </a:pPr>
            <a:r>
              <a:rPr/>
              <a:t>Click to edit Master title style</a:t>
            </a:r>
            <a:endParaRPr/>
          </a:p>
        </p:txBody>
      </p:sp>
      <p:sp>
        <p:nvSpPr>
          <p:cNvPr id="330511889" name="Content Placeholder 2"/>
          <p:cNvSpPr>
            <a:spLocks noGrp="1"/>
          </p:cNvSpPr>
          <p:nvPr>
            <p:ph idx="1"/>
          </p:nvPr>
        </p:nvSpPr>
        <p:spPr bwMode="auto">
          <a:xfrm>
            <a:off x="5183187"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92320022" name="Text Placeholder 3"/>
          <p:cNvSpPr>
            <a:spLocks noGrp="1"/>
          </p:cNvSpPr>
          <p:nvPr>
            <p:ph type="body" sz="half" idx="2"/>
          </p:nvPr>
        </p:nvSpPr>
        <p:spPr bwMode="auto">
          <a:xfrm>
            <a:off x="839787" y="2057399"/>
            <a:ext cx="3932237" cy="3811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a:t>Click to edit Master text styles</a:t>
            </a:r>
            <a:endParaRPr/>
          </a:p>
        </p:txBody>
      </p:sp>
      <p:sp>
        <p:nvSpPr>
          <p:cNvPr id="1726436617" name="Date Placeholder 4"/>
          <p:cNvSpPr>
            <a:spLocks noGrp="1"/>
          </p:cNvSpPr>
          <p:nvPr>
            <p:ph type="dt" sz="half" idx="10"/>
          </p:nvPr>
        </p:nvSpPr>
        <p:spPr bwMode="auto"/>
        <p:txBody>
          <a:bodyPr/>
          <a:lstStyle/>
          <a:p>
            <a:pPr>
              <a:defRPr/>
            </a:pPr>
            <a:fld id="{BCC18F51-09EC-435C-A3BA-64A766E099C0}" type="datetimeFigureOut">
              <a:rPr/>
              <a:t>01.11.2013</a:t>
            </a:fld>
            <a:endParaRPr/>
          </a:p>
        </p:txBody>
      </p:sp>
      <p:sp>
        <p:nvSpPr>
          <p:cNvPr id="1992033163" name="Footer Placeholder 5"/>
          <p:cNvSpPr>
            <a:spLocks noGrp="1"/>
          </p:cNvSpPr>
          <p:nvPr>
            <p:ph type="ftr" sz="quarter" idx="11"/>
          </p:nvPr>
        </p:nvSpPr>
        <p:spPr bwMode="auto"/>
        <p:txBody>
          <a:bodyPr/>
          <a:lstStyle/>
          <a:p>
            <a:pPr>
              <a:defRPr/>
            </a:pPr>
            <a:endParaRPr/>
          </a:p>
        </p:txBody>
      </p:sp>
      <p:sp>
        <p:nvSpPr>
          <p:cNvPr id="1814690640" name="Slide Number Placeholder 6"/>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959201875" name="Title 1"/>
          <p:cNvSpPr>
            <a:spLocks noGrp="1"/>
          </p:cNvSpPr>
          <p:nvPr>
            <p:ph type="title"/>
          </p:nvPr>
        </p:nvSpPr>
        <p:spPr bwMode="auto">
          <a:xfrm>
            <a:off x="839787" y="457200"/>
            <a:ext cx="3932237" cy="1600200"/>
          </a:xfrm>
        </p:spPr>
        <p:txBody>
          <a:bodyPr anchor="b"/>
          <a:lstStyle>
            <a:lvl1pPr>
              <a:defRPr sz="2400"/>
            </a:lvl1pPr>
          </a:lstStyle>
          <a:p>
            <a:pPr>
              <a:defRPr/>
            </a:pPr>
            <a:r>
              <a:rPr/>
              <a:t>Click to edit Master title style</a:t>
            </a:r>
            <a:endParaRPr/>
          </a:p>
        </p:txBody>
      </p:sp>
      <p:sp>
        <p:nvSpPr>
          <p:cNvPr id="555485311" name="Picture Placeholder 2"/>
          <p:cNvSpPr>
            <a:spLocks noChangeAspect="1" noGrp="1"/>
          </p:cNvSpPr>
          <p:nvPr>
            <p:ph type="pic" idx="1"/>
          </p:nvPr>
        </p:nvSpPr>
        <p:spPr bwMode="auto">
          <a:xfrm>
            <a:off x="5183187" y="987425"/>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a:pPr>
            <a:r>
              <a:rPr/>
              <a:t>Click icon to add picture</a:t>
            </a:r>
            <a:endParaRPr/>
          </a:p>
        </p:txBody>
      </p:sp>
      <p:sp>
        <p:nvSpPr>
          <p:cNvPr id="474368562" name="Text Placeholder 3"/>
          <p:cNvSpPr>
            <a:spLocks noGrp="1"/>
          </p:cNvSpPr>
          <p:nvPr>
            <p:ph type="body" sz="half" idx="2"/>
          </p:nvPr>
        </p:nvSpPr>
        <p:spPr bwMode="auto">
          <a:xfrm>
            <a:off x="839787" y="2057399"/>
            <a:ext cx="3932237" cy="3811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a:t>Click to edit Master text styles</a:t>
            </a:r>
            <a:endParaRPr/>
          </a:p>
        </p:txBody>
      </p:sp>
      <p:sp>
        <p:nvSpPr>
          <p:cNvPr id="2130942802" name="Date Placeholder 4"/>
          <p:cNvSpPr>
            <a:spLocks noGrp="1"/>
          </p:cNvSpPr>
          <p:nvPr>
            <p:ph type="dt" sz="half" idx="10"/>
          </p:nvPr>
        </p:nvSpPr>
        <p:spPr bwMode="auto"/>
        <p:txBody>
          <a:bodyPr/>
          <a:lstStyle/>
          <a:p>
            <a:pPr>
              <a:defRPr/>
            </a:pPr>
            <a:fld id="{BCC18F51-09EC-435C-A3BA-64A766E099C0}" type="datetimeFigureOut">
              <a:rPr/>
              <a:t>01.11.2013</a:t>
            </a:fld>
            <a:endParaRPr/>
          </a:p>
        </p:txBody>
      </p:sp>
      <p:sp>
        <p:nvSpPr>
          <p:cNvPr id="587491286" name="Footer Placeholder 5"/>
          <p:cNvSpPr>
            <a:spLocks noGrp="1"/>
          </p:cNvSpPr>
          <p:nvPr>
            <p:ph type="ftr" sz="quarter" idx="11"/>
          </p:nvPr>
        </p:nvSpPr>
        <p:spPr bwMode="auto"/>
        <p:txBody>
          <a:bodyPr/>
          <a:lstStyle/>
          <a:p>
            <a:pPr>
              <a:defRPr/>
            </a:pPr>
            <a:endParaRPr/>
          </a:p>
        </p:txBody>
      </p:sp>
      <p:sp>
        <p:nvSpPr>
          <p:cNvPr id="1938834039" name="Slide Number Placeholder 6"/>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123961940" name="Title 1"/>
          <p:cNvSpPr>
            <a:spLocks noGrp="1"/>
          </p:cNvSpPr>
          <p:nvPr>
            <p:ph type="title"/>
          </p:nvPr>
        </p:nvSpPr>
        <p:spPr bwMode="auto"/>
        <p:txBody>
          <a:bodyPr/>
          <a:lstStyle/>
          <a:p>
            <a:pPr>
              <a:defRPr/>
            </a:pPr>
            <a:r>
              <a:rPr/>
              <a:t>Click to edit Master title style</a:t>
            </a:r>
            <a:endParaRPr/>
          </a:p>
        </p:txBody>
      </p:sp>
      <p:sp>
        <p:nvSpPr>
          <p:cNvPr id="1441470412"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959137633" name="Date Placeholder 3"/>
          <p:cNvSpPr>
            <a:spLocks noGrp="1"/>
          </p:cNvSpPr>
          <p:nvPr>
            <p:ph type="dt" sz="half" idx="10"/>
          </p:nvPr>
        </p:nvSpPr>
        <p:spPr bwMode="auto"/>
        <p:txBody>
          <a:bodyPr/>
          <a:lstStyle/>
          <a:p>
            <a:pPr>
              <a:defRPr/>
            </a:pPr>
            <a:fld id="{BCC18F51-09EC-435C-A3BA-64A766E099C0}" type="datetimeFigureOut">
              <a:rPr/>
              <a:t>01.11.2013</a:t>
            </a:fld>
            <a:endParaRPr/>
          </a:p>
        </p:txBody>
      </p:sp>
      <p:sp>
        <p:nvSpPr>
          <p:cNvPr id="1209075531" name="Footer Placeholder 4"/>
          <p:cNvSpPr>
            <a:spLocks noGrp="1"/>
          </p:cNvSpPr>
          <p:nvPr>
            <p:ph type="ftr" sz="quarter" idx="11"/>
          </p:nvPr>
        </p:nvSpPr>
        <p:spPr bwMode="auto"/>
        <p:txBody>
          <a:bodyPr/>
          <a:lstStyle/>
          <a:p>
            <a:pPr>
              <a:defRPr/>
            </a:pPr>
            <a:endParaRPr/>
          </a:p>
        </p:txBody>
      </p:sp>
      <p:sp>
        <p:nvSpPr>
          <p:cNvPr id="760110760"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542634525" name="Vertical Title 1"/>
          <p:cNvSpPr>
            <a:spLocks noGrp="1"/>
          </p:cNvSpPr>
          <p:nvPr>
            <p:ph type="title" orient="vert"/>
          </p:nvPr>
        </p:nvSpPr>
        <p:spPr bwMode="auto">
          <a:xfrm>
            <a:off x="8724899" y="365125"/>
            <a:ext cx="2628900" cy="5811838"/>
          </a:xfrm>
        </p:spPr>
        <p:txBody>
          <a:bodyPr vert="eaVert"/>
          <a:lstStyle/>
          <a:p>
            <a:pPr>
              <a:defRPr/>
            </a:pPr>
            <a:r>
              <a:rPr/>
              <a:t>Click to edit Master title style</a:t>
            </a:r>
            <a:endParaRPr/>
          </a:p>
        </p:txBody>
      </p:sp>
      <p:sp>
        <p:nvSpPr>
          <p:cNvPr id="833076288" name="Vertical Text Placeholder 2"/>
          <p:cNvSpPr>
            <a:spLocks noGrp="1"/>
          </p:cNvSpPr>
          <p:nvPr>
            <p:ph type="body" orient="vert" idx="1"/>
          </p:nvPr>
        </p:nvSpPr>
        <p:spPr bwMode="auto">
          <a:xfrm>
            <a:off x="838199" y="365125"/>
            <a:ext cx="7734299" cy="5811838"/>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006476407" name="Date Placeholder 3"/>
          <p:cNvSpPr>
            <a:spLocks noGrp="1"/>
          </p:cNvSpPr>
          <p:nvPr>
            <p:ph type="dt" sz="half" idx="10"/>
          </p:nvPr>
        </p:nvSpPr>
        <p:spPr bwMode="auto"/>
        <p:txBody>
          <a:bodyPr/>
          <a:lstStyle/>
          <a:p>
            <a:pPr>
              <a:defRPr/>
            </a:pPr>
            <a:fld id="{BCC18F51-09EC-435C-A3BA-64A766E099C0}" type="datetimeFigureOut">
              <a:rPr/>
              <a:t>01.11.2013</a:t>
            </a:fld>
            <a:endParaRPr/>
          </a:p>
        </p:txBody>
      </p:sp>
      <p:sp>
        <p:nvSpPr>
          <p:cNvPr id="88818711" name="Footer Placeholder 4"/>
          <p:cNvSpPr>
            <a:spLocks noGrp="1"/>
          </p:cNvSpPr>
          <p:nvPr>
            <p:ph type="ftr" sz="quarter" idx="11"/>
          </p:nvPr>
        </p:nvSpPr>
        <p:spPr bwMode="auto"/>
        <p:txBody>
          <a:bodyPr/>
          <a:lstStyle/>
          <a:p>
            <a:pPr>
              <a:defRPr/>
            </a:pPr>
            <a:endParaRPr/>
          </a:p>
        </p:txBody>
      </p:sp>
      <p:sp>
        <p:nvSpPr>
          <p:cNvPr id="211827018"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pattFill prst="smGrid">
          <a:fgClr>
            <a:schemeClr val="tx2">
              <a:lumMod val="60000"/>
              <a:lumOff val="40000"/>
              <a:alpha val="99999"/>
            </a:schemeClr>
          </a:fgClr>
          <a:bgClr>
            <a:schemeClr val="tx2">
              <a:lumMod val="50000"/>
              <a:alpha val="99999"/>
            </a:schemeClr>
          </a:bgClr>
        </a:pattFill>
      </p:bgPr>
    </p:bg>
    <p:spTree>
      <p:nvGrpSpPr>
        <p:cNvPr id="1" name=""/>
        <p:cNvGrpSpPr/>
        <p:nvPr/>
      </p:nvGrpSpPr>
      <p:grpSpPr bwMode="auto">
        <a:xfrm>
          <a:off x="0" y="0"/>
          <a:ext cx="0" cy="0"/>
          <a:chOff x="0" y="0"/>
          <a:chExt cx="0" cy="0"/>
        </a:xfrm>
      </p:grpSpPr>
      <p:sp>
        <p:nvSpPr>
          <p:cNvPr id="616292043" name="Title Placeholder 1"/>
          <p:cNvSpPr>
            <a:spLocks noGrp="1"/>
          </p:cNvSpPr>
          <p:nvPr>
            <p:ph type="title"/>
          </p:nvPr>
        </p:nvSpPr>
        <p:spPr bwMode="auto">
          <a:xfrm>
            <a:off x="838199" y="365125"/>
            <a:ext cx="10515600" cy="1325562"/>
          </a:xfrm>
          <a:prstGeom prst="rect">
            <a:avLst/>
          </a:prstGeom>
        </p:spPr>
        <p:txBody>
          <a:bodyPr vert="horz" lIns="91440" tIns="45720" rIns="91440" bIns="45720" rtlCol="0" anchor="ctr">
            <a:normAutofit/>
          </a:bodyPr>
          <a:lstStyle/>
          <a:p>
            <a:pPr>
              <a:defRPr/>
            </a:pPr>
            <a:r>
              <a:rPr/>
              <a:t>Click to edit Master title style</a:t>
            </a:r>
            <a:endParaRPr/>
          </a:p>
        </p:txBody>
      </p:sp>
      <p:sp>
        <p:nvSpPr>
          <p:cNvPr id="1033990849" name="Text Placeholder 2"/>
          <p:cNvSpPr>
            <a:spLocks noGrp="1"/>
          </p:cNvSpPr>
          <p:nvPr>
            <p:ph type="body" idx="1"/>
          </p:nvPr>
        </p:nvSpPr>
        <p:spPr bwMode="auto">
          <a:xfrm>
            <a:off x="838199" y="1825625"/>
            <a:ext cx="10515600" cy="4351338"/>
          </a:xfrm>
          <a:prstGeom prst="rect">
            <a:avLst/>
          </a:prstGeom>
        </p:spPr>
        <p:txBody>
          <a:bodyPr vert="horz" lIns="91440" tIns="45720" rIns="91440" bIns="45720" rtlCol="0">
            <a:normAutofit/>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340465755" name="Date Placeholder 3"/>
          <p:cNvSpPr>
            <a:spLocks noGrp="1"/>
          </p:cNvSpPr>
          <p:nvPr>
            <p:ph type="dt" sz="half" idx="2"/>
          </p:nvPr>
        </p:nvSpPr>
        <p:spPr bwMode="auto">
          <a:xfrm>
            <a:off x="838199"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BCC18F51-09EC-435C-A3BA-64A766E099C0}" type="datetimeFigureOut">
              <a:rPr/>
              <a:t>01.11.2013</a:t>
            </a:fld>
            <a:endParaRPr/>
          </a:p>
        </p:txBody>
      </p:sp>
      <p:sp>
        <p:nvSpPr>
          <p:cNvPr id="604312846" name="Footer Placeholder 4"/>
          <p:cNvSpPr>
            <a:spLocks noGrp="1"/>
          </p:cNvSpPr>
          <p:nvPr>
            <p:ph type="ftr" sz="quarter" idx="3"/>
          </p:nvPr>
        </p:nvSpPr>
        <p:spPr bwMode="auto">
          <a:xfrm>
            <a:off x="4038599"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a:p>
        </p:txBody>
      </p:sp>
      <p:sp>
        <p:nvSpPr>
          <p:cNvPr id="1372084240" name="Slide Number Placeholder 5"/>
          <p:cNvSpPr>
            <a:spLocks noGrp="1"/>
          </p:cNvSpPr>
          <p:nvPr>
            <p:ph type="sldNum" sz="quarter" idx="4"/>
          </p:nvPr>
        </p:nvSpPr>
        <p:spPr bwMode="auto">
          <a:xfrm>
            <a:off x="8610599"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08395586-F03A-48D1-94DF-16B239DF4FB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a:lnSpc>
          <a:spcPct val="90000"/>
        </a:lnSpc>
        <a:spcBef>
          <a:spcPts val="0"/>
        </a:spcBef>
        <a:buNone/>
        <a:defRPr sz="3300">
          <a:solidFill>
            <a:schemeClr val="tx1"/>
          </a:solidFill>
          <a:latin typeface="+mj-lt"/>
          <a:ea typeface="+mj-ea"/>
          <a:cs typeface="+mj-cs"/>
        </a:defRPr>
      </a:lvl1pPr>
    </p:titleStyle>
    <p:bodyStyle>
      <a:lvl1pPr marL="171450" indent="-171450" algn="l" defTabSz="685800" rtl="0">
        <a:lnSpc>
          <a:spcPct val="90000"/>
        </a:lnSpc>
        <a:spcBef>
          <a:spcPts val="749"/>
        </a:spcBef>
        <a:buFont typeface="Arial"/>
        <a:buChar char="•"/>
        <a:defRPr sz="2100">
          <a:solidFill>
            <a:schemeClr val="tx1"/>
          </a:solidFill>
          <a:latin typeface="+mn-lt"/>
          <a:ea typeface="+mn-ea"/>
          <a:cs typeface="+mn-cs"/>
        </a:defRPr>
      </a:lvl1pPr>
      <a:lvl2pPr marL="514350" indent="-171450" algn="l" defTabSz="685800" rtl="0">
        <a:lnSpc>
          <a:spcPct val="90000"/>
        </a:lnSpc>
        <a:spcBef>
          <a:spcPts val="374"/>
        </a:spcBef>
        <a:buFont typeface="Arial"/>
        <a:buChar char="•"/>
        <a:defRPr sz="1800">
          <a:solidFill>
            <a:schemeClr val="tx1"/>
          </a:solidFill>
          <a:latin typeface="+mn-lt"/>
          <a:ea typeface="+mn-ea"/>
          <a:cs typeface="+mn-cs"/>
        </a:defRPr>
      </a:lvl2pPr>
      <a:lvl3pPr marL="857250" indent="-171450" algn="l" defTabSz="685800" rtl="0">
        <a:lnSpc>
          <a:spcPct val="90000"/>
        </a:lnSpc>
        <a:spcBef>
          <a:spcPts val="374"/>
        </a:spcBef>
        <a:buFont typeface="Arial"/>
        <a:buChar char="•"/>
        <a:defRPr sz="1500">
          <a:solidFill>
            <a:schemeClr val="tx1"/>
          </a:solidFill>
          <a:latin typeface="+mn-lt"/>
          <a:ea typeface="+mn-ea"/>
          <a:cs typeface="+mn-cs"/>
        </a:defRPr>
      </a:lvl3pPr>
      <a:lvl4pPr marL="1200150" indent="-171450" algn="l" defTabSz="685800" rtl="0">
        <a:lnSpc>
          <a:spcPct val="90000"/>
        </a:lnSpc>
        <a:spcBef>
          <a:spcPts val="374"/>
        </a:spcBef>
        <a:buFont typeface="Arial"/>
        <a:buChar char="•"/>
        <a:defRPr sz="1350">
          <a:solidFill>
            <a:schemeClr val="tx1"/>
          </a:solidFill>
          <a:latin typeface="+mn-lt"/>
          <a:ea typeface="+mn-ea"/>
          <a:cs typeface="+mn-cs"/>
        </a:defRPr>
      </a:lvl4pPr>
      <a:lvl5pPr marL="1543050" indent="-171450" algn="l" defTabSz="685800" rtl="0">
        <a:lnSpc>
          <a:spcPct val="90000"/>
        </a:lnSpc>
        <a:spcBef>
          <a:spcPts val="374"/>
        </a:spcBef>
        <a:buFont typeface="Arial"/>
        <a:buChar char="•"/>
        <a:defRPr sz="1350">
          <a:solidFill>
            <a:schemeClr val="tx1"/>
          </a:solidFill>
          <a:latin typeface="+mn-lt"/>
          <a:ea typeface="+mn-ea"/>
          <a:cs typeface="+mn-cs"/>
        </a:defRPr>
      </a:lvl5pPr>
      <a:lvl6pPr marL="1885950" indent="-171450" algn="l" defTabSz="685800" rtl="0">
        <a:lnSpc>
          <a:spcPct val="90000"/>
        </a:lnSpc>
        <a:spcBef>
          <a:spcPts val="374"/>
        </a:spcBef>
        <a:buFont typeface="Arial"/>
        <a:buChar char="•"/>
        <a:defRPr sz="1350">
          <a:solidFill>
            <a:schemeClr val="tx1"/>
          </a:solidFill>
          <a:latin typeface="+mn-lt"/>
          <a:ea typeface="+mn-ea"/>
          <a:cs typeface="+mn-cs"/>
        </a:defRPr>
      </a:lvl6pPr>
      <a:lvl7pPr marL="2228850" indent="-171450" algn="l" defTabSz="685800" rtl="0">
        <a:lnSpc>
          <a:spcPct val="90000"/>
        </a:lnSpc>
        <a:spcBef>
          <a:spcPts val="374"/>
        </a:spcBef>
        <a:buFont typeface="Arial"/>
        <a:buChar char="•"/>
        <a:defRPr sz="1350">
          <a:solidFill>
            <a:schemeClr val="tx1"/>
          </a:solidFill>
          <a:latin typeface="+mn-lt"/>
          <a:ea typeface="+mn-ea"/>
          <a:cs typeface="+mn-cs"/>
        </a:defRPr>
      </a:lvl7pPr>
      <a:lvl8pPr marL="2571750" indent="-171450" algn="l" defTabSz="685800" rtl="0">
        <a:lnSpc>
          <a:spcPct val="90000"/>
        </a:lnSpc>
        <a:spcBef>
          <a:spcPts val="374"/>
        </a:spcBef>
        <a:buFont typeface="Arial"/>
        <a:buChar char="•"/>
        <a:defRPr sz="1350">
          <a:solidFill>
            <a:schemeClr val="tx1"/>
          </a:solidFill>
          <a:latin typeface="+mn-lt"/>
          <a:ea typeface="+mn-ea"/>
          <a:cs typeface="+mn-cs"/>
        </a:defRPr>
      </a:lvl8pPr>
      <a:lvl9pPr marL="2914650" indent="-171450" algn="l" defTabSz="685800" rtl="0">
        <a:lnSpc>
          <a:spcPct val="90000"/>
        </a:lnSpc>
        <a:spcBef>
          <a:spcPts val="374"/>
        </a:spcBef>
        <a:buFont typeface="Arial"/>
        <a:buChar char="•"/>
        <a:defRPr sz="1350">
          <a:solidFill>
            <a:schemeClr val="tx1"/>
          </a:solidFill>
          <a:latin typeface="+mn-lt"/>
          <a:ea typeface="+mn-ea"/>
          <a:cs typeface="+mn-cs"/>
        </a:defRPr>
      </a:lvl9pPr>
    </p:bodyStyle>
    <p:otherStyle>
      <a:defPPr>
        <a:defRPr/>
      </a:defPPr>
      <a:lvl1pPr marL="0" algn="l" defTabSz="685800" rtl="0">
        <a:defRPr sz="1350">
          <a:solidFill>
            <a:schemeClr val="tx1"/>
          </a:solidFill>
          <a:latin typeface="+mn-lt"/>
          <a:ea typeface="+mn-ea"/>
          <a:cs typeface="+mn-cs"/>
        </a:defRPr>
      </a:lvl1pPr>
      <a:lvl2pPr marL="342900" algn="l" defTabSz="685800" rtl="0">
        <a:defRPr sz="1350">
          <a:solidFill>
            <a:schemeClr val="tx1"/>
          </a:solidFill>
          <a:latin typeface="+mn-lt"/>
          <a:ea typeface="+mn-ea"/>
          <a:cs typeface="+mn-cs"/>
        </a:defRPr>
      </a:lvl2pPr>
      <a:lvl3pPr marL="685800" algn="l" defTabSz="685800" rtl="0">
        <a:defRPr sz="1350">
          <a:solidFill>
            <a:schemeClr val="tx1"/>
          </a:solidFill>
          <a:latin typeface="+mn-lt"/>
          <a:ea typeface="+mn-ea"/>
          <a:cs typeface="+mn-cs"/>
        </a:defRPr>
      </a:lvl3pPr>
      <a:lvl4pPr marL="1028700" algn="l" defTabSz="685800" rtl="0">
        <a:defRPr sz="1350">
          <a:solidFill>
            <a:schemeClr val="tx1"/>
          </a:solidFill>
          <a:latin typeface="+mn-lt"/>
          <a:ea typeface="+mn-ea"/>
          <a:cs typeface="+mn-cs"/>
        </a:defRPr>
      </a:lvl4pPr>
      <a:lvl5pPr marL="1371600" algn="l" defTabSz="685800" rtl="0">
        <a:defRPr sz="1350">
          <a:solidFill>
            <a:schemeClr val="tx1"/>
          </a:solidFill>
          <a:latin typeface="+mn-lt"/>
          <a:ea typeface="+mn-ea"/>
          <a:cs typeface="+mn-cs"/>
        </a:defRPr>
      </a:lvl5pPr>
      <a:lvl6pPr marL="1714500" algn="l" defTabSz="685800" rtl="0">
        <a:defRPr sz="1350">
          <a:solidFill>
            <a:schemeClr val="tx1"/>
          </a:solidFill>
          <a:latin typeface="+mn-lt"/>
          <a:ea typeface="+mn-ea"/>
          <a:cs typeface="+mn-cs"/>
        </a:defRPr>
      </a:lvl6pPr>
      <a:lvl7pPr marL="2057400" algn="l" defTabSz="685800" rtl="0">
        <a:defRPr sz="1350">
          <a:solidFill>
            <a:schemeClr val="tx1"/>
          </a:solidFill>
          <a:latin typeface="+mn-lt"/>
          <a:ea typeface="+mn-ea"/>
          <a:cs typeface="+mn-cs"/>
        </a:defRPr>
      </a:lvl7pPr>
      <a:lvl8pPr marL="2400300" algn="l" defTabSz="685800" rtl="0">
        <a:defRPr sz="1350">
          <a:solidFill>
            <a:schemeClr val="tx1"/>
          </a:solidFill>
          <a:latin typeface="+mn-lt"/>
          <a:ea typeface="+mn-ea"/>
          <a:cs typeface="+mn-cs"/>
        </a:defRPr>
      </a:lvl8pPr>
      <a:lvl9pPr marL="2743200" algn="l" defTabSz="685800" rtl="0">
        <a:defRPr sz="135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8414321" name="Title 1"/>
          <p:cNvSpPr>
            <a:spLocks noGrp="1"/>
          </p:cNvSpPr>
          <p:nvPr>
            <p:ph type="ctrTitle"/>
          </p:nvPr>
        </p:nvSpPr>
        <p:spPr bwMode="auto">
          <a:xfrm>
            <a:off x="1601528" y="1465705"/>
            <a:ext cx="9144000" cy="2387599"/>
          </a:xfrm>
        </p:spPr>
        <p:txBody>
          <a:bodyPr/>
          <a:lstStyle/>
          <a:p>
            <a:pPr>
              <a:defRPr/>
            </a:pPr>
            <a:r>
              <a:rPr lang="en-US">
                <a:solidFill>
                  <a:schemeClr val="bg1"/>
                </a:solidFill>
                <a:latin typeface="Apple Braille"/>
                <a:ea typeface="Apple Braille"/>
                <a:cs typeface="Apple Braille"/>
              </a:rPr>
              <a:t>LUMI</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6877078" name="Title 1"/>
          <p:cNvSpPr>
            <a:spLocks noGrp="1"/>
          </p:cNvSpPr>
          <p:nvPr>
            <p:ph type="title"/>
          </p:nvPr>
        </p:nvSpPr>
        <p:spPr bwMode="auto"/>
        <p:txBody>
          <a:bodyPr/>
          <a:lstStyle/>
          <a:p>
            <a:pPr>
              <a:defRPr/>
            </a:pPr>
            <a:r>
              <a:rPr>
                <a:solidFill>
                  <a:schemeClr val="bg1"/>
                </a:solidFill>
              </a:rPr>
              <a:t>WHAT IS LUMI ?</a:t>
            </a:r>
            <a:endParaRPr>
              <a:solidFill>
                <a:schemeClr val="bg1"/>
              </a:solidFill>
            </a:endParaRPr>
          </a:p>
        </p:txBody>
      </p:sp>
      <p:sp>
        <p:nvSpPr>
          <p:cNvPr id="1358696805" name="Content Placeholder 2"/>
          <p:cNvSpPr>
            <a:spLocks noGrp="1"/>
          </p:cNvSpPr>
          <p:nvPr>
            <p:ph idx="1"/>
          </p:nvPr>
        </p:nvSpPr>
        <p:spPr bwMode="auto"/>
        <p:txBody>
          <a:bodyPr/>
          <a:lstStyle/>
          <a:p>
            <a:pPr>
              <a:defRPr/>
            </a:pPr>
            <a:r>
              <a:rPr lang="en-US" sz="2100" b="0" i="0" u="none" strike="noStrike" cap="none" spc="0">
                <a:solidFill>
                  <a:schemeClr val="bg1"/>
                </a:solidFill>
                <a:latin typeface="Arial"/>
                <a:ea typeface="Arial"/>
                <a:cs typeface="Arial"/>
              </a:rPr>
              <a:t>a photo and video gallery application with account authentication, album management, location-aware media viewing, quota enforcement, and Stripe-based subscription billing.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8833466" name="Title 1"/>
          <p:cNvSpPr>
            <a:spLocks noGrp="1"/>
          </p:cNvSpPr>
          <p:nvPr>
            <p:ph type="title"/>
          </p:nvPr>
        </p:nvSpPr>
        <p:spPr bwMode="auto"/>
        <p:txBody>
          <a:bodyPr/>
          <a:lstStyle/>
          <a:p>
            <a:pPr>
              <a:defRPr/>
            </a:pPr>
            <a:r>
              <a:rPr>
                <a:solidFill>
                  <a:schemeClr val="bg1"/>
                </a:solidFill>
              </a:rPr>
              <a:t>PROJECT PURPOSE</a:t>
            </a:r>
            <a:endParaRPr>
              <a:solidFill>
                <a:schemeClr val="bg1"/>
              </a:solidFill>
            </a:endParaRPr>
          </a:p>
        </p:txBody>
      </p:sp>
      <p:sp>
        <p:nvSpPr>
          <p:cNvPr id="1026234221" name="Content Placeholder 2"/>
          <p:cNvSpPr>
            <a:spLocks noGrp="1"/>
          </p:cNvSpPr>
          <p:nvPr>
            <p:ph idx="1"/>
          </p:nvPr>
        </p:nvSpPr>
        <p:spPr bwMode="auto"/>
        <p:txBody>
          <a:bodyPr/>
          <a:lstStyle/>
          <a:p>
            <a:pPr marL="0" indent="0">
              <a:buFont typeface="Arial"/>
              <a:buNone/>
              <a:defRPr/>
            </a:pPr>
            <a:r>
              <a:rPr lang="en-US" sz="2100" b="0" i="0" u="none" strike="noStrike" cap="none" spc="0">
                <a:solidFill>
                  <a:schemeClr val="bg1"/>
                </a:solidFill>
                <a:latin typeface="Arial"/>
                <a:ea typeface="Arial"/>
                <a:cs typeface="Arial"/>
              </a:rPr>
              <a:t>The platform is designed for users to:</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create and manage personal media collections</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upload photographs and videos from a mobile app</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organize content into albums</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browse media by gallery and map view</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protect storage usage with quota checks</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manage subscription plans and billing through Stripe</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access admin tools for protected operational workflows</a:t>
            </a:r>
            <a:endParaRPr>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213677" name="Title 1"/>
          <p:cNvSpPr>
            <a:spLocks noGrp="1"/>
          </p:cNvSpPr>
          <p:nvPr>
            <p:ph type="title"/>
          </p:nvPr>
        </p:nvSpPr>
        <p:spPr bwMode="auto"/>
        <p:txBody>
          <a:bodyPr/>
          <a:lstStyle/>
          <a:p>
            <a:pPr>
              <a:defRPr/>
            </a:pPr>
            <a:r>
              <a:rPr>
                <a:solidFill>
                  <a:schemeClr val="bg1"/>
                </a:solidFill>
              </a:rPr>
              <a:t>SYSTEM </a:t>
            </a:r>
            <a:r>
              <a:rPr>
                <a:solidFill>
                  <a:schemeClr val="bg1"/>
                </a:solidFill>
              </a:rPr>
              <a:t>ARCHITECTURE</a:t>
            </a:r>
            <a:endParaRPr/>
          </a:p>
        </p:txBody>
      </p:sp>
      <p:pic>
        <p:nvPicPr>
          <p:cNvPr id="785955757" name=""/>
          <p:cNvPicPr>
            <a:picLocks noChangeAspect="1"/>
          </p:cNvPicPr>
          <p:nvPr/>
        </p:nvPicPr>
        <p:blipFill rotWithShape="1">
          <a:blip r:embed="rId3"/>
          <a:stretch/>
        </p:blipFill>
        <p:spPr bwMode="auto">
          <a:xfrm flipH="0" flipV="0">
            <a:off x="2404534" y="1746825"/>
            <a:ext cx="6535893" cy="40811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0978114" name="Title 1"/>
          <p:cNvSpPr>
            <a:spLocks noGrp="1"/>
          </p:cNvSpPr>
          <p:nvPr>
            <p:ph type="title"/>
          </p:nvPr>
        </p:nvSpPr>
        <p:spPr bwMode="auto"/>
        <p:txBody>
          <a:bodyPr/>
          <a:lstStyle/>
          <a:p>
            <a:pPr>
              <a:defRPr/>
            </a:pPr>
            <a:r>
              <a:rPr>
                <a:solidFill>
                  <a:schemeClr val="bg1"/>
                </a:solidFill>
              </a:rPr>
              <a:t>WHY SUPABASE ?</a:t>
            </a:r>
            <a:endParaRPr>
              <a:solidFill>
                <a:schemeClr val="bg1"/>
              </a:solidFill>
            </a:endParaRPr>
          </a:p>
        </p:txBody>
      </p:sp>
      <p:sp>
        <p:nvSpPr>
          <p:cNvPr id="95228488" name="Content Placeholder 2"/>
          <p:cNvSpPr>
            <a:spLocks noGrp="1"/>
          </p:cNvSpPr>
          <p:nvPr>
            <p:ph idx="1"/>
          </p:nvPr>
        </p:nvSpPr>
        <p:spPr bwMode="auto"/>
        <p:txBody>
          <a:bodyPr/>
          <a:lstStyle/>
          <a:p>
            <a:pPr>
              <a:lnSpc>
                <a:spcPct val="150000"/>
              </a:lnSpc>
              <a:defRPr/>
            </a:pPr>
            <a:r>
              <a:rPr lang="en-US" sz="2100" b="0" i="0" u="none" strike="noStrike" cap="none" spc="0">
                <a:solidFill>
                  <a:schemeClr val="bg1"/>
                </a:solidFill>
                <a:latin typeface="Arial"/>
                <a:ea typeface="Arial"/>
                <a:cs typeface="Arial"/>
              </a:rPr>
              <a:t>I chose Supabase over Firebase primarily because it is built on top of PostgreSQL, which gives us the power of a full relational database. While Firebase is great for quick prototyping, its NoSQL architecture forces us to denormalize data early on, which makes complex queries difficult as the app scales. Supabase gives us strict data integrity, powerful SQL querying, and most importantly, zero vendor lock-in because it is open-source and our data is just a standard Postgres database.</a:t>
            </a:r>
            <a:endParaRPr>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6108059" name="Title 1"/>
          <p:cNvSpPr>
            <a:spLocks noGrp="1"/>
          </p:cNvSpPr>
          <p:nvPr>
            <p:ph type="title"/>
          </p:nvPr>
        </p:nvSpPr>
        <p:spPr bwMode="auto"/>
        <p:txBody>
          <a:bodyPr/>
          <a:lstStyle/>
          <a:p>
            <a:pPr>
              <a:defRPr/>
            </a:pPr>
            <a:r>
              <a:rPr>
                <a:solidFill>
                  <a:schemeClr val="bg1"/>
                </a:solidFill>
              </a:rPr>
              <a:t>LUMI BACKEND</a:t>
            </a:r>
            <a:endParaRPr>
              <a:solidFill>
                <a:schemeClr val="bg1"/>
              </a:solidFill>
            </a:endParaRPr>
          </a:p>
        </p:txBody>
      </p:sp>
      <p:sp>
        <p:nvSpPr>
          <p:cNvPr id="765983614" name="Content Placeholder 2"/>
          <p:cNvSpPr>
            <a:spLocks noGrp="1"/>
          </p:cNvSpPr>
          <p:nvPr>
            <p:ph idx="1"/>
          </p:nvPr>
        </p:nvSpPr>
        <p:spPr bwMode="auto"/>
        <p:txBody>
          <a:bodyPr/>
          <a:lstStyle/>
          <a:p>
            <a:pPr>
              <a:lnSpc>
                <a:spcPct val="114999"/>
              </a:lnSpc>
              <a:defRPr/>
            </a:pPr>
            <a:r>
              <a:rPr lang="en-US" sz="2100" b="0" i="0" u="none" strike="noStrike" cap="none" spc="0">
                <a:solidFill>
                  <a:schemeClr val="bg1"/>
                </a:solidFill>
                <a:latin typeface="Arial"/>
                <a:ea typeface="Arial"/>
                <a:cs typeface="Arial"/>
              </a:rPr>
              <a:t>Lumi backend is the service layer for a photo-first memory platform. It authenticates users, manages albums and media metadata, enforces storage quotas, synchronizes billing with Stripe, and exposes admin tooling for operational oversight.</a:t>
            </a:r>
            <a:endParaRPr sz="2100" b="0" i="0" u="none" strike="noStrike" cap="none" spc="0">
              <a:solidFill>
                <a:schemeClr val="bg1"/>
              </a:solidFill>
              <a:latin typeface="Arial"/>
              <a:cs typeface="Arial"/>
            </a:endParaRPr>
          </a:p>
          <a:p>
            <a:pPr>
              <a:lnSpc>
                <a:spcPct val="114999"/>
              </a:lnSpc>
              <a:defRPr/>
            </a:pPr>
            <a:endParaRPr sz="2100" b="0" i="0" u="none" strike="noStrike" cap="none" spc="0">
              <a:solidFill>
                <a:schemeClr val="bg1"/>
              </a:solidFill>
              <a:latin typeface="Arial"/>
              <a:cs typeface="Arial"/>
            </a:endParaRPr>
          </a:p>
          <a:p>
            <a:pPr>
              <a:lnSpc>
                <a:spcPct val="114999"/>
              </a:lnSpc>
              <a:defRPr/>
            </a:pPr>
            <a:r>
              <a:rPr lang="en-US" sz="2100" b="0" i="0" u="none" strike="noStrike" cap="none" spc="0">
                <a:solidFill>
                  <a:schemeClr val="bg1"/>
                </a:solidFill>
                <a:latin typeface="Arial"/>
                <a:ea typeface="Arial"/>
                <a:cs typeface="Arial"/>
              </a:rPr>
              <a:t>The project is built around the Next.js App Router and uses Supabase for authentication, Postgres, and storage identity, while keeping server-side services like Stripe and object storage integration in the backend layer.</a:t>
            </a:r>
            <a:endParaRPr>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5866504" name="Title 1"/>
          <p:cNvSpPr>
            <a:spLocks noGrp="1"/>
          </p:cNvSpPr>
          <p:nvPr>
            <p:ph type="title"/>
          </p:nvPr>
        </p:nvSpPr>
        <p:spPr bwMode="auto"/>
        <p:txBody>
          <a:bodyPr/>
          <a:lstStyle/>
          <a:p>
            <a:pPr>
              <a:defRPr/>
            </a:pPr>
            <a:r>
              <a:rPr>
                <a:solidFill>
                  <a:schemeClr val="bg1"/>
                </a:solidFill>
              </a:rPr>
              <a:t>LUMI ANDROID CLIENT</a:t>
            </a:r>
            <a:endParaRPr>
              <a:solidFill>
                <a:schemeClr val="bg1"/>
              </a:solidFill>
            </a:endParaRPr>
          </a:p>
        </p:txBody>
      </p:sp>
      <p:sp>
        <p:nvSpPr>
          <p:cNvPr id="1134416277" name="Content Placeholder 2"/>
          <p:cNvSpPr>
            <a:spLocks noGrp="1"/>
          </p:cNvSpPr>
          <p:nvPr>
            <p:ph idx="1"/>
          </p:nvPr>
        </p:nvSpPr>
        <p:spPr bwMode="auto"/>
        <p:txBody>
          <a:bodyPr/>
          <a:lstStyle/>
          <a:p>
            <a:pPr>
              <a:lnSpc>
                <a:spcPct val="114999"/>
              </a:lnSpc>
              <a:defRPr/>
            </a:pPr>
            <a:r>
              <a:rPr lang="en-US" sz="2100" b="0" i="0" u="none" strike="noStrike" cap="none" spc="0">
                <a:solidFill>
                  <a:schemeClr val="bg1"/>
                </a:solidFill>
                <a:latin typeface="Arial"/>
                <a:ea typeface="Arial"/>
                <a:cs typeface="Arial"/>
              </a:rPr>
              <a:t>Lumi Android is the mobile client for a photo-first, geotagged memory platform. It lets users sign in, capture photos and videos, organize them into albums, browse a gallery, view media on a map, and complete billing-related redirects from the backend subscription flow.</a:t>
            </a:r>
            <a:endParaRPr sz="2100" b="0" i="0" u="none" strike="noStrike" cap="none" spc="0">
              <a:solidFill>
                <a:schemeClr val="bg1"/>
              </a:solidFill>
              <a:latin typeface="Arial"/>
              <a:cs typeface="Arial"/>
            </a:endParaRPr>
          </a:p>
          <a:p>
            <a:pPr>
              <a:lnSpc>
                <a:spcPct val="114999"/>
              </a:lnSpc>
              <a:defRPr/>
            </a:pPr>
            <a:r>
              <a:rPr lang="en-US" sz="2100" b="0" i="0" u="none" strike="noStrike" cap="none" spc="0">
                <a:solidFill>
                  <a:schemeClr val="bg1"/>
                </a:solidFill>
                <a:latin typeface="Arial"/>
                <a:ea typeface="Arial"/>
                <a:cs typeface="Arial"/>
              </a:rPr>
              <a:t>The app is implemented as an Android Java project and connects to the Lumi backend through authenticated API requests and token-based session management.</a:t>
            </a:r>
            <a:endParaRPr>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3487348" name="Title 1"/>
          <p:cNvSpPr>
            <a:spLocks noGrp="1"/>
          </p:cNvSpPr>
          <p:nvPr>
            <p:ph type="title"/>
          </p:nvPr>
        </p:nvSpPr>
        <p:spPr bwMode="auto"/>
        <p:txBody>
          <a:bodyPr/>
          <a:lstStyle/>
          <a:p>
            <a:pPr>
              <a:defRPr/>
            </a:pPr>
            <a:r>
              <a:rPr sz="3300" b="0" i="0" u="none">
                <a:solidFill>
                  <a:srgbClr val="F0F6FC"/>
                </a:solidFill>
                <a:latin typeface="Arial"/>
                <a:ea typeface="Arial"/>
                <a:cs typeface="Arial"/>
              </a:rPr>
              <a:t>ARCHITECTURE OF THE ANDROID PROJECT</a:t>
            </a:r>
            <a:endParaRPr sz="3300" b="0"/>
          </a:p>
        </p:txBody>
      </p:sp>
      <p:sp>
        <p:nvSpPr>
          <p:cNvPr id="734081271" name="Content Placeholder 2"/>
          <p:cNvSpPr>
            <a:spLocks noGrp="1"/>
          </p:cNvSpPr>
          <p:nvPr>
            <p:ph idx="1"/>
          </p:nvPr>
        </p:nvSpPr>
        <p:spPr bwMode="auto">
          <a:xfrm flipH="0" flipV="0">
            <a:off x="838199" y="1442621"/>
            <a:ext cx="5257800" cy="5123155"/>
          </a:xfrm>
        </p:spPr>
        <p:txBody>
          <a:bodyPr vertOverflow="overflow" horzOverflow="overflow" vert="horz" wrap="square" lIns="91440" tIns="45720" rIns="91440" bIns="45720" numCol="1" spcCol="0" rtlCol="0" fromWordArt="0" anchor="t" anchorCtr="0" forceAA="0" upright="0" compatLnSpc="0">
            <a:normAutofit fontScale="55000" lnSpcReduction="9000"/>
          </a:bodyPr>
          <a:lstStyle/>
          <a:p>
            <a:pPr marL="0" indent="0">
              <a:buFont typeface="Arial"/>
              <a:buNone/>
              <a:defRPr/>
            </a:pPr>
            <a:r>
              <a:rPr lang="en-US" sz="2100" b="1" i="0" u="none" strike="noStrike" cap="none" spc="0">
                <a:solidFill>
                  <a:schemeClr val="bg1"/>
                </a:solidFill>
                <a:latin typeface="Arial"/>
                <a:ea typeface="Arial"/>
                <a:cs typeface="Arial"/>
              </a:rPr>
              <a:t>Activities</a:t>
            </a:r>
            <a:endParaRPr sz="2100" b="0" i="0" u="none" strike="noStrike" cap="none" spc="0">
              <a:solidFill>
                <a:schemeClr val="bg1"/>
              </a:solidFill>
              <a:latin typeface="Arial"/>
              <a:ea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The main application flow starts from the sign-in and main app screens:</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activities.SignIn</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activities.SignUp</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activities.MainActivity</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activities.PhotoViewerActivity</a:t>
            </a:r>
            <a:endParaRPr sz="2100" b="0" i="0" u="none" strike="noStrike" cap="none" spc="0">
              <a:solidFill>
                <a:schemeClr val="bg1"/>
              </a:solidFill>
              <a:latin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These classes handle authentication, app navigation, the gallery viewer, and the billing callback route from the backend.</a:t>
            </a:r>
            <a:endParaRPr lang="en-US" sz="2100" b="0" i="0" u="none" strike="noStrike" cap="none" spc="0">
              <a:solidFill>
                <a:schemeClr val="bg1"/>
              </a:solidFill>
              <a:latin typeface="Arial"/>
              <a:ea typeface="Arial"/>
              <a:cs typeface="Arial"/>
            </a:endParaRPr>
          </a:p>
          <a:p>
            <a:pPr marL="0" indent="0">
              <a:buFont typeface="Arial"/>
              <a:buNone/>
              <a:defRPr/>
            </a:pPr>
            <a:endParaRPr sz="2100" b="0" i="0" u="none" strike="noStrike" cap="none" spc="0">
              <a:solidFill>
                <a:schemeClr val="bg1"/>
              </a:solidFill>
              <a:latin typeface="Arial"/>
              <a:cs typeface="Arial"/>
            </a:endParaRPr>
          </a:p>
          <a:p>
            <a:pPr marL="0" indent="0">
              <a:buFont typeface="Arial"/>
              <a:buNone/>
              <a:defRPr/>
            </a:pPr>
            <a:r>
              <a:rPr lang="en-US" sz="2100" b="1" i="0" u="none" strike="noStrike" cap="none" spc="0">
                <a:solidFill>
                  <a:schemeClr val="bg1"/>
                </a:solidFill>
                <a:latin typeface="Arial"/>
                <a:ea typeface="Arial"/>
                <a:cs typeface="Arial"/>
              </a:rPr>
              <a:t>Fragments</a:t>
            </a:r>
            <a:endParaRPr sz="2100" b="0" i="0" u="none" strike="noStrike" cap="none" spc="0">
              <a:solidFill>
                <a:schemeClr val="bg1"/>
              </a:solidFill>
              <a:latin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The interface is split into primary screens:</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fragments.HomeFragment</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fragments.AlbumsFragment</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fragments.MapFragment</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fragments.SettingsFragment</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fragments.ChangePlanFragment</a:t>
            </a:r>
            <a:endParaRPr sz="2100" b="0" i="0" u="none" strike="noStrike" cap="none" spc="0">
              <a:solidFill>
                <a:schemeClr val="bg1"/>
              </a:solidFill>
              <a:latin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The home screen is the primary library and upload area. The map screen shows a geographic view of media based on captured coordinates. Settings and billing screens manage configuration and plan changes.</a:t>
            </a:r>
            <a:endParaRPr sz="2100" b="0" i="0" u="none" strike="noStrike" cap="none" spc="0">
              <a:solidFill>
                <a:schemeClr val="bg1"/>
              </a:solidFill>
              <a:latin typeface="Arial"/>
              <a:cs typeface="Arial"/>
            </a:endParaRPr>
          </a:p>
          <a:p>
            <a:pPr>
              <a:defRPr/>
            </a:pPr>
            <a:endParaRPr>
              <a:solidFill>
                <a:schemeClr val="bg1"/>
              </a:solidFill>
            </a:endParaRPr>
          </a:p>
        </p:txBody>
      </p:sp>
      <p:sp>
        <p:nvSpPr>
          <p:cNvPr id="451909916" name="Content Placeholder 2"/>
          <p:cNvSpPr>
            <a:spLocks noGrp="1"/>
          </p:cNvSpPr>
          <p:nvPr/>
        </p:nvSpPr>
        <p:spPr bwMode="auto">
          <a:xfrm flipH="0" flipV="0">
            <a:off x="6483657" y="1442621"/>
            <a:ext cx="5257800" cy="5123154"/>
          </a:xfrm>
        </p:spPr>
        <p:txBody>
          <a:bodyPr vertOverflow="overflow" horzOverflow="overflow" vert="horz" wrap="square" lIns="91440" tIns="45720" rIns="91440" bIns="45720" numCol="1" spcCol="0" rtlCol="0" fromWordArt="0" anchor="t" anchorCtr="0" forceAA="0" upright="0" compatLnSpc="0">
            <a:normAutofit/>
          </a:bodyPr>
          <a:lstStyle>
            <a:lvl1pPr marL="171450" indent="-171450" algn="l" defTabSz="685800" rtl="0">
              <a:lnSpc>
                <a:spcPct val="90000"/>
              </a:lnSpc>
              <a:spcBef>
                <a:spcPts val="749"/>
              </a:spcBef>
              <a:buFont typeface="Arial"/>
              <a:buChar char="•"/>
              <a:defRPr sz="2100">
                <a:solidFill>
                  <a:schemeClr val="tx1"/>
                </a:solidFill>
                <a:latin typeface="+mn-lt"/>
                <a:ea typeface="+mn-ea"/>
                <a:cs typeface="+mn-cs"/>
              </a:defRPr>
            </a:lvl1pPr>
            <a:lvl2pPr marL="514350" indent="-171450" algn="l" defTabSz="685800" rtl="0">
              <a:lnSpc>
                <a:spcPct val="90000"/>
              </a:lnSpc>
              <a:spcBef>
                <a:spcPts val="374"/>
              </a:spcBef>
              <a:buFont typeface="Arial"/>
              <a:buChar char="•"/>
              <a:defRPr sz="1800">
                <a:solidFill>
                  <a:schemeClr val="tx1"/>
                </a:solidFill>
                <a:latin typeface="+mn-lt"/>
                <a:ea typeface="+mn-ea"/>
                <a:cs typeface="+mn-cs"/>
              </a:defRPr>
            </a:lvl2pPr>
            <a:lvl3pPr marL="857250" indent="-171450" algn="l" defTabSz="685800" rtl="0">
              <a:lnSpc>
                <a:spcPct val="90000"/>
              </a:lnSpc>
              <a:spcBef>
                <a:spcPts val="374"/>
              </a:spcBef>
              <a:buFont typeface="Arial"/>
              <a:buChar char="•"/>
              <a:defRPr sz="1500">
                <a:solidFill>
                  <a:schemeClr val="tx1"/>
                </a:solidFill>
                <a:latin typeface="+mn-lt"/>
                <a:ea typeface="+mn-ea"/>
                <a:cs typeface="+mn-cs"/>
              </a:defRPr>
            </a:lvl3pPr>
            <a:lvl4pPr marL="1200150" indent="-171450" algn="l" defTabSz="685800" rtl="0">
              <a:lnSpc>
                <a:spcPct val="90000"/>
              </a:lnSpc>
              <a:spcBef>
                <a:spcPts val="374"/>
              </a:spcBef>
              <a:buFont typeface="Arial"/>
              <a:buChar char="•"/>
              <a:defRPr sz="1350">
                <a:solidFill>
                  <a:schemeClr val="tx1"/>
                </a:solidFill>
                <a:latin typeface="+mn-lt"/>
                <a:ea typeface="+mn-ea"/>
                <a:cs typeface="+mn-cs"/>
              </a:defRPr>
            </a:lvl4pPr>
            <a:lvl5pPr marL="1543050" indent="-171450" algn="l" defTabSz="685800" rtl="0">
              <a:lnSpc>
                <a:spcPct val="90000"/>
              </a:lnSpc>
              <a:spcBef>
                <a:spcPts val="374"/>
              </a:spcBef>
              <a:buFont typeface="Arial"/>
              <a:buChar char="•"/>
              <a:defRPr sz="1350">
                <a:solidFill>
                  <a:schemeClr val="tx1"/>
                </a:solidFill>
                <a:latin typeface="+mn-lt"/>
                <a:ea typeface="+mn-ea"/>
                <a:cs typeface="+mn-cs"/>
              </a:defRPr>
            </a:lvl5pPr>
            <a:lvl6pPr marL="1885950" indent="-171450" algn="l" defTabSz="685800" rtl="0">
              <a:lnSpc>
                <a:spcPct val="90000"/>
              </a:lnSpc>
              <a:spcBef>
                <a:spcPts val="374"/>
              </a:spcBef>
              <a:buFont typeface="Arial"/>
              <a:buChar char="•"/>
              <a:defRPr sz="1350">
                <a:solidFill>
                  <a:schemeClr val="tx1"/>
                </a:solidFill>
                <a:latin typeface="+mn-lt"/>
                <a:ea typeface="+mn-ea"/>
                <a:cs typeface="+mn-cs"/>
              </a:defRPr>
            </a:lvl6pPr>
            <a:lvl7pPr marL="2228850" indent="-171450" algn="l" defTabSz="685800" rtl="0">
              <a:lnSpc>
                <a:spcPct val="90000"/>
              </a:lnSpc>
              <a:spcBef>
                <a:spcPts val="374"/>
              </a:spcBef>
              <a:buFont typeface="Arial"/>
              <a:buChar char="•"/>
              <a:defRPr sz="1350">
                <a:solidFill>
                  <a:schemeClr val="tx1"/>
                </a:solidFill>
                <a:latin typeface="+mn-lt"/>
                <a:ea typeface="+mn-ea"/>
                <a:cs typeface="+mn-cs"/>
              </a:defRPr>
            </a:lvl7pPr>
            <a:lvl8pPr marL="2571750" indent="-171450" algn="l" defTabSz="685800" rtl="0">
              <a:lnSpc>
                <a:spcPct val="90000"/>
              </a:lnSpc>
              <a:spcBef>
                <a:spcPts val="374"/>
              </a:spcBef>
              <a:buFont typeface="Arial"/>
              <a:buChar char="•"/>
              <a:defRPr sz="1350">
                <a:solidFill>
                  <a:schemeClr val="tx1"/>
                </a:solidFill>
                <a:latin typeface="+mn-lt"/>
                <a:ea typeface="+mn-ea"/>
                <a:cs typeface="+mn-cs"/>
              </a:defRPr>
            </a:lvl8pPr>
            <a:lvl9pPr marL="2914650" indent="-171450" algn="l" defTabSz="685800" rtl="0">
              <a:lnSpc>
                <a:spcPct val="90000"/>
              </a:lnSpc>
              <a:spcBef>
                <a:spcPts val="374"/>
              </a:spcBef>
              <a:buFont typeface="Arial"/>
              <a:buChar char="•"/>
              <a:defRPr sz="1350">
                <a:solidFill>
                  <a:schemeClr val="tx1"/>
                </a:solidFill>
                <a:latin typeface="+mn-lt"/>
                <a:ea typeface="+mn-ea"/>
                <a:cs typeface="+mn-cs"/>
              </a:defRPr>
            </a:lvl9pPr>
          </a:lstStyle>
          <a:p>
            <a:pPr marL="0" indent="0">
              <a:buFont typeface="Arial"/>
              <a:buNone/>
              <a:defRPr/>
            </a:pPr>
            <a:r>
              <a:rPr sz="1500" b="1" i="0" u="none">
                <a:solidFill>
                  <a:srgbClr val="F0F6FC"/>
                </a:solidFill>
                <a:latin typeface="Arial"/>
                <a:ea typeface="Arial"/>
                <a:cs typeface="Arial"/>
              </a:rPr>
              <a:t>Core libraries and helpers</a:t>
            </a:r>
            <a:endParaRPr/>
          </a:p>
          <a:p>
            <a:pPr marL="0" indent="0">
              <a:buFont typeface="Arial"/>
              <a:buNone/>
              <a:defRPr/>
            </a:pPr>
            <a:r>
              <a:rPr sz="1200" b="0" i="0" u="none">
                <a:solidFill>
                  <a:srgbClr val="F0F6FC"/>
                </a:solidFill>
                <a:latin typeface="Arial"/>
                <a:ea typeface="Arial"/>
                <a:cs typeface="Arial"/>
              </a:rPr>
              <a:t>The lib package contains reusable platform logic:</a:t>
            </a:r>
            <a:endParaRPr/>
          </a:p>
          <a:p>
            <a:pPr>
              <a:defRPr/>
            </a:pPr>
            <a:r>
              <a:rPr sz="1200" b="0" i="0" u="none">
                <a:solidFill>
                  <a:srgbClr val="F0F6FC"/>
                </a:solidFill>
                <a:latin typeface="Arial"/>
                <a:ea typeface="Arial"/>
                <a:cs typeface="Arial"/>
              </a:rPr>
              <a:t>API.java for backend requests</a:t>
            </a:r>
            <a:endParaRPr/>
          </a:p>
          <a:p>
            <a:pPr>
              <a:defRPr/>
            </a:pPr>
            <a:r>
              <a:rPr sz="1200" b="0" i="0" u="none">
                <a:solidFill>
                  <a:srgbClr val="F0F6FC"/>
                </a:solidFill>
                <a:latin typeface="Arial"/>
                <a:ea typeface="Arial"/>
                <a:cs typeface="Arial"/>
              </a:rPr>
              <a:t>SessionManager.java for signed-in state</a:t>
            </a:r>
            <a:endParaRPr/>
          </a:p>
          <a:p>
            <a:pPr>
              <a:defRPr/>
            </a:pPr>
            <a:r>
              <a:rPr sz="1200" b="0" i="0" u="none">
                <a:solidFill>
                  <a:srgbClr val="F0F6FC"/>
                </a:solidFill>
                <a:latin typeface="Arial"/>
                <a:ea typeface="Arial"/>
                <a:cs typeface="Arial"/>
              </a:rPr>
              <a:t>SupabaseAuth.java for auth integration</a:t>
            </a:r>
            <a:endParaRPr/>
          </a:p>
          <a:p>
            <a:pPr>
              <a:defRPr/>
            </a:pPr>
            <a:r>
              <a:rPr sz="1200" b="0" i="0" u="none">
                <a:solidFill>
                  <a:srgbClr val="F0F6FC"/>
                </a:solidFill>
                <a:latin typeface="Arial"/>
                <a:ea typeface="Arial"/>
                <a:cs typeface="Arial"/>
              </a:rPr>
              <a:t>UploadQueueStore.java for queued uploads</a:t>
            </a:r>
            <a:endParaRPr/>
          </a:p>
          <a:p>
            <a:pPr>
              <a:defRPr/>
            </a:pPr>
            <a:r>
              <a:rPr sz="1200" b="0" i="0" u="none">
                <a:solidFill>
                  <a:srgbClr val="F0F6FC"/>
                </a:solidFill>
                <a:latin typeface="Arial"/>
                <a:ea typeface="Arial"/>
                <a:cs typeface="Arial"/>
              </a:rPr>
              <a:t>Toast.java and ToastManager.java for feedback messages</a:t>
            </a:r>
            <a:endParaRPr/>
          </a:p>
          <a:p>
            <a:pPr marL="0" indent="0">
              <a:buFont typeface="Arial"/>
              <a:buNone/>
              <a:defRPr/>
            </a:pPr>
            <a:r>
              <a:rPr sz="1500" b="1" i="0" u="none">
                <a:solidFill>
                  <a:srgbClr val="F0F6FC"/>
                </a:solidFill>
                <a:latin typeface="Arial"/>
                <a:ea typeface="Arial"/>
                <a:cs typeface="Arial"/>
              </a:rPr>
              <a:t>Models</a:t>
            </a:r>
            <a:endParaRPr/>
          </a:p>
          <a:p>
            <a:pPr marL="0" indent="0">
              <a:buFont typeface="Arial"/>
              <a:buNone/>
              <a:defRPr/>
            </a:pPr>
            <a:r>
              <a:rPr sz="1200" b="0" i="0" u="none">
                <a:solidFill>
                  <a:srgbClr val="F0F6FC"/>
                </a:solidFill>
                <a:latin typeface="Arial"/>
                <a:ea typeface="Arial"/>
                <a:cs typeface="Arial"/>
              </a:rPr>
              <a:t>The model layer defines the data structures used across the app:</a:t>
            </a:r>
            <a:endParaRPr/>
          </a:p>
          <a:p>
            <a:pPr>
              <a:defRPr/>
            </a:pPr>
            <a:r>
              <a:rPr sz="1200" b="0" i="0" u="none">
                <a:solidFill>
                  <a:srgbClr val="F0F6FC"/>
                </a:solidFill>
                <a:latin typeface="Arial"/>
                <a:ea typeface="Arial"/>
                <a:cs typeface="Arial"/>
              </a:rPr>
              <a:t>Album.java</a:t>
            </a:r>
            <a:endParaRPr/>
          </a:p>
          <a:p>
            <a:pPr>
              <a:defRPr/>
            </a:pPr>
            <a:r>
              <a:rPr sz="1200" b="0" i="0" u="none">
                <a:solidFill>
                  <a:srgbClr val="F0F6FC"/>
                </a:solidFill>
                <a:latin typeface="Arial"/>
                <a:ea typeface="Arial"/>
                <a:cs typeface="Arial"/>
              </a:rPr>
              <a:t>GalleryDay.java</a:t>
            </a:r>
            <a:endParaRPr/>
          </a:p>
          <a:p>
            <a:pPr>
              <a:defRPr/>
            </a:pPr>
            <a:r>
              <a:rPr sz="1200" b="0" i="0" u="none">
                <a:solidFill>
                  <a:srgbClr val="F0F6FC"/>
                </a:solidFill>
                <a:latin typeface="Arial"/>
                <a:ea typeface="Arial"/>
                <a:cs typeface="Arial"/>
              </a:rPr>
              <a:t>Image.java</a:t>
            </a:r>
            <a:endParaRPr/>
          </a:p>
          <a:p>
            <a:pPr>
              <a:defRPr/>
            </a:pPr>
            <a:r>
              <a:rPr sz="1200" b="0" i="0" u="none">
                <a:solidFill>
                  <a:srgbClr val="F0F6FC"/>
                </a:solidFill>
                <a:latin typeface="Arial"/>
                <a:ea typeface="Arial"/>
                <a:cs typeface="Arial"/>
              </a:rPr>
              <a:t>ImageMetaData.java</a:t>
            </a:r>
            <a:endParaRPr/>
          </a:p>
          <a:p>
            <a:pPr>
              <a:defRPr/>
            </a:pPr>
            <a:r>
              <a:rPr sz="1200" b="0" i="0" u="none">
                <a:solidFill>
                  <a:srgbClr val="F0F6FC"/>
                </a:solidFill>
                <a:latin typeface="Arial"/>
                <a:ea typeface="Arial"/>
                <a:cs typeface="Arial"/>
              </a:rPr>
              <a:t>Plan.java</a:t>
            </a:r>
            <a:endParaRPr/>
          </a:p>
          <a:p>
            <a:pPr>
              <a:defRPr/>
            </a:pPr>
            <a:r>
              <a:rPr sz="1200" b="0" i="0" u="none">
                <a:solidFill>
                  <a:srgbClr val="F0F6FC"/>
                </a:solidFill>
                <a:latin typeface="Arial"/>
                <a:ea typeface="Arial"/>
                <a:cs typeface="Arial"/>
              </a:rPr>
              <a:t>QueuedUploadItem.java</a:t>
            </a:r>
            <a:endParaRPr/>
          </a:p>
          <a:p>
            <a:pPr marL="0" indent="0">
              <a:buFont typeface="Arial"/>
              <a:buNone/>
              <a:defRPr/>
            </a:pPr>
            <a:r>
              <a:rPr sz="1500" b="1" i="0" u="none">
                <a:solidFill>
                  <a:srgbClr val="F0F6FC"/>
                </a:solidFill>
                <a:latin typeface="Arial"/>
                <a:ea typeface="Arial"/>
                <a:cs typeface="Arial"/>
              </a:rPr>
              <a:t>Workers and background behavior</a:t>
            </a:r>
            <a:endParaRPr/>
          </a:p>
          <a:p>
            <a:pPr marL="0" indent="0">
              <a:buFont typeface="Arial"/>
              <a:buNone/>
              <a:defRPr/>
            </a:pPr>
            <a:r>
              <a:rPr sz="1200" b="0" i="0" u="none">
                <a:solidFill>
                  <a:srgbClr val="F0F6FC"/>
                </a:solidFill>
                <a:latin typeface="Arial"/>
                <a:ea typeface="Arial"/>
                <a:cs typeface="Arial"/>
              </a:rPr>
              <a:t>The workers package contains background upload processing so captures can complete even after the app is not actively visible.</a:t>
            </a:r>
            <a:br>
              <a:rPr sz="1200" b="0" i="0" u="none">
                <a:solidFill>
                  <a:srgbClr val="F0F6FC"/>
                </a:solidFill>
                <a:latin typeface="Arial"/>
                <a:ea typeface="Arial"/>
                <a:cs typeface="Arial"/>
              </a:rPr>
            </a:b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4316108" name="Title 1"/>
          <p:cNvSpPr>
            <a:spLocks noGrp="1"/>
          </p:cNvSpPr>
          <p:nvPr>
            <p:ph type="title"/>
          </p:nvPr>
        </p:nvSpPr>
        <p:spPr bwMode="auto"/>
        <p:txBody>
          <a:bodyPr/>
          <a:lstStyle/>
          <a:p>
            <a:pPr>
              <a:defRPr/>
            </a:pPr>
            <a:r>
              <a:rPr sz="3300" b="0" i="0" u="none">
                <a:solidFill>
                  <a:srgbClr val="F0F6FC"/>
                </a:solidFill>
                <a:latin typeface="Arial"/>
                <a:ea typeface="Arial"/>
                <a:cs typeface="Arial"/>
              </a:rPr>
              <a:t>KEY CAPABILITIES IN THE CLIENT</a:t>
            </a:r>
            <a:endParaRPr sz="3300" b="0"/>
          </a:p>
        </p:txBody>
      </p:sp>
      <p:sp>
        <p:nvSpPr>
          <p:cNvPr id="893712427" name="Content Placeholder 2"/>
          <p:cNvSpPr>
            <a:spLocks noGrp="1"/>
          </p:cNvSpPr>
          <p:nvPr>
            <p:ph idx="1"/>
          </p:nvPr>
        </p:nvSpPr>
        <p:spPr bwMode="auto">
          <a:xfrm flipH="0" flipV="0">
            <a:off x="838199" y="1599829"/>
            <a:ext cx="10515600" cy="4577133"/>
          </a:xfrm>
        </p:spPr>
        <p:txBody>
          <a:bodyPr vertOverflow="overflow" horzOverflow="overflow" vert="horz" wrap="square" lIns="91440" tIns="45720" rIns="91440" bIns="45720" numCol="1" spcCol="0" rtlCol="0" fromWordArt="0" anchor="t" anchorCtr="0" forceAA="0" upright="0" compatLnSpc="0">
            <a:normAutofit fontScale="55000" lnSpcReduction="9000"/>
          </a:bodyPr>
          <a:lstStyle/>
          <a:p>
            <a:pPr marL="0" indent="0">
              <a:buFont typeface="Arial"/>
              <a:buNone/>
              <a:defRPr/>
            </a:pPr>
            <a:r>
              <a:rPr lang="en-US" sz="2100" b="0" i="0" u="none" strike="noStrike" cap="none" spc="0">
                <a:solidFill>
                  <a:schemeClr val="bg1"/>
                </a:solidFill>
                <a:latin typeface="Arial"/>
                <a:ea typeface="Arial"/>
                <a:cs typeface="Arial"/>
              </a:rPr>
              <a:t>Camera capture flow</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The HomeFragment uses the Android camera APIs and file provider to capture photos and videos. After capture, each item is assigned a timestamp and the user location if permission is available.</a:t>
            </a:r>
            <a:endParaRPr sz="2100" b="0" i="0" u="none" strike="noStrike" cap="none" spc="0">
              <a:solidFill>
                <a:schemeClr val="bg1"/>
              </a:solidFill>
              <a:latin typeface="Arial"/>
              <a:cs typeface="Arial"/>
            </a:endParaRPr>
          </a:p>
          <a:p>
            <a:pPr>
              <a:defRPr/>
            </a:pPr>
            <a:endParaRPr sz="2100" b="0" i="0" u="none" strike="noStrike" cap="none" spc="0">
              <a:solidFill>
                <a:schemeClr val="bg1"/>
              </a:solidFill>
              <a:latin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Gallery and media viewer</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Images and videos are displayed in a grid and can be opened in the PhotoViewerActivity. The app merges remote API items with locally queued uploads to show a unified, current gallery view.</a:t>
            </a:r>
            <a:endParaRPr sz="2100" b="0" i="0" u="none" strike="noStrike" cap="none" spc="0">
              <a:solidFill>
                <a:schemeClr val="bg1"/>
              </a:solidFill>
              <a:latin typeface="Arial"/>
              <a:cs typeface="Arial"/>
            </a:endParaRPr>
          </a:p>
          <a:p>
            <a:pPr>
              <a:defRPr/>
            </a:pPr>
            <a:endParaRPr sz="2100" b="0" i="0" u="none" strike="noStrike" cap="none" spc="0">
              <a:solidFill>
                <a:schemeClr val="bg1"/>
              </a:solidFill>
              <a:latin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Location-aware browsing</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The map fragment fetches photo metadata from the backend and places markers on an OpenStreetMap view. This allows users to browse content by where it was captured.</a:t>
            </a:r>
            <a:endParaRPr sz="2100" b="0" i="0" u="none" strike="noStrike" cap="none" spc="0">
              <a:solidFill>
                <a:schemeClr val="bg1"/>
              </a:solidFill>
              <a:latin typeface="Arial"/>
              <a:cs typeface="Arial"/>
            </a:endParaRPr>
          </a:p>
          <a:p>
            <a:pPr>
              <a:defRPr/>
            </a:pPr>
            <a:endParaRPr sz="2100" b="0" i="0" u="none" strike="noStrike" cap="none" spc="0">
              <a:solidFill>
                <a:schemeClr val="bg1"/>
              </a:solidFill>
              <a:latin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Session-aware API access</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The app stores user session information and includes the access token in authenticated requests. API calls are performed against the backend routes for photos, albums, subscription state, and usage data.</a:t>
            </a:r>
            <a:endParaRPr sz="2100" b="0" i="0" u="none" strike="noStrike" cap="none" spc="0">
              <a:solidFill>
                <a:schemeClr val="bg1"/>
              </a:solidFill>
              <a:latin typeface="Arial"/>
              <a:cs typeface="Arial"/>
            </a:endParaRPr>
          </a:p>
          <a:p>
            <a:pPr>
              <a:defRPr/>
            </a:pPr>
            <a:endParaRPr sz="2100" b="0" i="0" u="none" strike="noStrike" cap="none" spc="0">
              <a:solidFill>
                <a:schemeClr val="bg1"/>
              </a:solidFill>
              <a:latin typeface="Arial"/>
              <a:cs typeface="Arial"/>
            </a:endParaRPr>
          </a:p>
          <a:p>
            <a:pPr marL="0" indent="0">
              <a:buFont typeface="Arial"/>
              <a:buNone/>
              <a:defRPr/>
            </a:pPr>
            <a:r>
              <a:rPr lang="en-US" sz="2100" b="0" i="0" u="none" strike="noStrike" cap="none" spc="0">
                <a:solidFill>
                  <a:schemeClr val="bg1"/>
                </a:solidFill>
                <a:latin typeface="Arial"/>
                <a:ea typeface="Arial"/>
                <a:cs typeface="Arial"/>
              </a:rPr>
              <a:t>Billing callback handling</a:t>
            </a:r>
            <a:endParaRPr sz="2100" b="0" i="0" u="none" strike="noStrike" cap="none" spc="0">
              <a:solidFill>
                <a:schemeClr val="bg1"/>
              </a:solidFill>
              <a:latin typeface="Arial"/>
              <a:cs typeface="Arial"/>
            </a:endParaRPr>
          </a:p>
          <a:p>
            <a:pPr>
              <a:defRPr/>
            </a:pPr>
            <a:r>
              <a:rPr lang="en-US" sz="2100" b="0" i="0" u="none" strike="noStrike" cap="none" spc="0">
                <a:solidFill>
                  <a:schemeClr val="bg1"/>
                </a:solidFill>
                <a:latin typeface="Arial"/>
                <a:ea typeface="Arial"/>
                <a:cs typeface="Arial"/>
              </a:rPr>
              <a:t>The app listens for deep links in the manifest using the lumi://billing scheme. A successful or canceled billing flow updates the UI with a toast message after the user returns from Stripe checkout.</a:t>
            </a:r>
            <a:endParaRPr sz="2100" b="0" i="0" u="none" strike="noStrike" cap="none" spc="0">
              <a:solidFill>
                <a:schemeClr val="bg1"/>
              </a:solidFill>
              <a:latin typeface="Arial"/>
              <a:cs typeface="Arial"/>
            </a:endParaRPr>
          </a:p>
          <a:p>
            <a:pPr>
              <a:defRPr/>
            </a:pPr>
            <a:endParaRPr>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0289698" name="Title 1"/>
          <p:cNvSpPr>
            <a:spLocks noGrp="1"/>
          </p:cNvSpPr>
          <p:nvPr>
            <p:ph type="title"/>
          </p:nvPr>
        </p:nvSpPr>
        <p:spPr bwMode="auto"/>
        <p:txBody>
          <a:bodyPr/>
          <a:lstStyle/>
          <a:p>
            <a:pPr>
              <a:defRPr/>
            </a:pPr>
            <a:r>
              <a:rPr>
                <a:solidFill>
                  <a:schemeClr val="bg1"/>
                </a:solidFill>
              </a:rPr>
              <a:t>PRODUCTION</a:t>
            </a:r>
            <a:endParaRPr>
              <a:solidFill>
                <a:schemeClr val="bg1"/>
              </a:solidFill>
            </a:endParaRPr>
          </a:p>
        </p:txBody>
      </p:sp>
      <p:sp>
        <p:nvSpPr>
          <p:cNvPr id="794814516"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80000" lnSpcReduction="4000"/>
          </a:bodyPr>
          <a:lstStyle/>
          <a:p>
            <a:pPr marL="0" indent="0">
              <a:lnSpc>
                <a:spcPct val="114999"/>
              </a:lnSpc>
              <a:buFont typeface="Arial"/>
              <a:buNone/>
              <a:defRPr/>
            </a:pPr>
            <a:r>
              <a:rPr lang="en-US" sz="2100" b="0" i="0" u="none" strike="noStrike" cap="none" spc="0">
                <a:solidFill>
                  <a:schemeClr val="bg1"/>
                </a:solidFill>
                <a:latin typeface="Arial"/>
                <a:ea typeface="Arial"/>
                <a:cs typeface="Arial"/>
              </a:rPr>
              <a:t>The Lumi backend is engineered for production-grade reliability, security, and performance. Rather than relying on basic hosting, the infrastructure is built on a modern, automated cloud stack to ensure a seamless experience for end-users.</a:t>
            </a:r>
            <a:endParaRPr sz="2100" b="0" i="0" u="none" strike="noStrike" cap="none" spc="0">
              <a:solidFill>
                <a:schemeClr val="bg1"/>
              </a:solidFill>
              <a:latin typeface="Arial"/>
              <a:cs typeface="Arial"/>
            </a:endParaRPr>
          </a:p>
          <a:p>
            <a:pPr>
              <a:lnSpc>
                <a:spcPct val="114999"/>
              </a:lnSpc>
              <a:defRPr/>
            </a:pPr>
            <a:r>
              <a:rPr lang="en-US" sz="2100" b="0" i="0" u="none" strike="noStrike" cap="none" spc="0">
                <a:solidFill>
                  <a:schemeClr val="bg1"/>
                </a:solidFill>
                <a:latin typeface="Arial"/>
                <a:ea typeface="Arial"/>
                <a:cs typeface="Arial"/>
              </a:rPr>
              <a:t>Compute &amp; Hosting (AWS EC2): The core Next.js API and backend services are hosted on a dedicated AWS EC2 instance. This provides a robust, scalable, and fully controlled compute environment optimized for handling media processing, database queries, and webhook events.</a:t>
            </a:r>
            <a:endParaRPr sz="2100" b="0" i="0" u="none" strike="noStrike" cap="none" spc="0">
              <a:solidFill>
                <a:schemeClr val="bg1"/>
              </a:solidFill>
              <a:latin typeface="Arial"/>
              <a:cs typeface="Arial"/>
            </a:endParaRPr>
          </a:p>
          <a:p>
            <a:pPr>
              <a:lnSpc>
                <a:spcPct val="114999"/>
              </a:lnSpc>
              <a:defRPr/>
            </a:pPr>
            <a:r>
              <a:rPr lang="en-US" sz="2100" b="0" i="0" u="none" strike="noStrike" cap="none" spc="0">
                <a:solidFill>
                  <a:schemeClr val="bg1"/>
                </a:solidFill>
                <a:latin typeface="Arial"/>
                <a:ea typeface="Arial"/>
                <a:cs typeface="Arial"/>
              </a:rPr>
              <a:t>Edge Security &amp; Performance (Cloudflare): All incoming traffic is routed through Cloudflare. This acts as our intelligent edge layer, providing global CDN caching for lightning-fast response times, enterprise-grade DDoS protection, Web Application Firewall (WAF) rules, and automated SSL/TLS termination.</a:t>
            </a:r>
            <a:endParaRPr sz="2100" b="0" i="0" u="none" strike="noStrike" cap="none" spc="0">
              <a:solidFill>
                <a:schemeClr val="bg1"/>
              </a:solidFill>
              <a:latin typeface="Arial"/>
              <a:cs typeface="Arial"/>
            </a:endParaRPr>
          </a:p>
          <a:p>
            <a:pPr>
              <a:lnSpc>
                <a:spcPct val="114999"/>
              </a:lnSpc>
              <a:defRPr/>
            </a:pPr>
            <a:r>
              <a:rPr lang="en-US" sz="2100" b="0" i="0" u="none" strike="noStrike" cap="none" spc="0">
                <a:solidFill>
                  <a:schemeClr val="bg1"/>
                </a:solidFill>
                <a:latin typeface="Arial"/>
                <a:ea typeface="Arial"/>
                <a:cs typeface="Arial"/>
              </a:rPr>
              <a:t>Automated Delivery (GitHub Actions CI/CD): Manual deployments are a thing of the past. The entire backend is powered by a fully automated CI/CD pipeline via GitHub Actions. Every push to the production branch triggers automated builds, environment validation, and zero-downtime deployments directly to the AWS server, ensuring code is shipped safely and consistently.</a:t>
            </a:r>
            <a:endParaRPr>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Blank">
  <a:themeElements>
    <a:clrScheme name="Office 2007 - 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10</Slides>
  <Notes>10</Notes>
  <HiddenSlides>0</HiddenSlides>
  <MMClips>2</MMClips>
  <ScaleCrop>0</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 1</vt:lpstr>
      <vt:lpstr>Slide 1</vt:lpstr>
      <vt:lpstr>Slide 2</vt:lpstr>
      <vt:lpstr>Slide 3</vt:lpstr>
      <vt:lpstr>Slide 4</vt:lpstr>
      <vt:lpstr>Slide 5</vt:lpstr>
      <vt:lpstr>Slide 6</vt:lpstr>
      <vt:lpstr>Slide 7</vt:lpstr>
      <vt:lpstr>Slide 8</vt:lpstr>
      <vt:lpstr>Slide 9</vt:lpstr>
      <vt:lpstr>Slide 10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cp:revision>
  <dcterms:modified xsi:type="dcterms:W3CDTF">2026-10-16T08:33:37Z</dcterms:modified>
</cp:coreProperties>
</file>